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Serif"/>
      <p:regular r:id="rId13"/>
      <p:bold r:id="rId14"/>
      <p:italic r:id="rId15"/>
      <p:boldItalic r:id="rId16"/>
    </p:embeddedFont>
    <p:embeddedFont>
      <p:font typeface="Roboto"/>
      <p:regular r:id="rId17"/>
      <p:bold r:id="rId18"/>
      <p:italic r:id="rId19"/>
      <p:boldItalic r:id="rId20"/>
    </p:embeddedFont>
    <p:embeddedFont>
      <p:font typeface="Roboto Medium"/>
      <p:regular r:id="rId21"/>
      <p:bold r:id="rId22"/>
      <p:italic r:id="rId23"/>
      <p:boldItalic r:id="rId24"/>
    </p:embeddedFont>
    <p:embeddedFont>
      <p:font typeface="Roboto Serif Medium"/>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RobotoMedium-bold.fntdata"/><Relationship Id="rId21" Type="http://schemas.openxmlformats.org/officeDocument/2006/relationships/font" Target="fonts/RobotoMedium-regular.fntdata"/><Relationship Id="rId24" Type="http://schemas.openxmlformats.org/officeDocument/2006/relationships/font" Target="fonts/RobotoMedium-boldItalic.fntdata"/><Relationship Id="rId23" Type="http://schemas.openxmlformats.org/officeDocument/2006/relationships/font" Target="fonts/Roboto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erifMedium-bold.fntdata"/><Relationship Id="rId25" Type="http://schemas.openxmlformats.org/officeDocument/2006/relationships/font" Target="fonts/RobotoSerifMedium-regular.fntdata"/><Relationship Id="rId28" Type="http://schemas.openxmlformats.org/officeDocument/2006/relationships/font" Target="fonts/RobotoSerifMedium-boldItalic.fntdata"/><Relationship Id="rId27" Type="http://schemas.openxmlformats.org/officeDocument/2006/relationships/font" Target="fonts/RobotoSerif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Serif-regular.fntdata"/><Relationship Id="rId12" Type="http://schemas.openxmlformats.org/officeDocument/2006/relationships/slide" Target="slides/slide7.xml"/><Relationship Id="rId15" Type="http://schemas.openxmlformats.org/officeDocument/2006/relationships/font" Target="fonts/RobotoSerif-italic.fntdata"/><Relationship Id="rId14" Type="http://schemas.openxmlformats.org/officeDocument/2006/relationships/font" Target="fonts/RobotoSerif-bold.fntdata"/><Relationship Id="rId17" Type="http://schemas.openxmlformats.org/officeDocument/2006/relationships/font" Target="fonts/Roboto-regular.fntdata"/><Relationship Id="rId16" Type="http://schemas.openxmlformats.org/officeDocument/2006/relationships/font" Target="fonts/RobotoSerif-boldItalic.fntdata"/><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e425ec1d80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e425ec1d80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Good morning everyone. I'm [Your Name] and I am going to make a presentation to Sunshine Coast Council on the major points of the Business Requirements Document for the Self-Assessable Event Permit Management System. The aim of this project is to enhance the efficiency of the low risk event permit stream by implementing a digital self-service platform. The proposed solution is designed to streamline administration, enhance the customer experience, and help the council achieve its digital transformation goals.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e425ec1d80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e425ec1d80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Stakeholder interviews revealed some challenges for the current process. This is a very manual and resource-heavy process, especially for non-wedding events; a process that can take up to 10 days to process with the required consultations with stakeholders. There is a lot of internal coordination time taken and applicants wait for venues and have poor visibility status quo for their applications. The inefficiencies place a burden on council resources and have a negative impact on customer satisfaction</a:t>
            </a:r>
            <a:endParaRPr sz="1200">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e425ec1d80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e425ec1d80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The proposed solution is a self-service permit management platform with ICT. The first phase will be targeted at the least risky categories of permits, such as food truck permits, high volume public spaces, and weddings. Venue availability and self-assessment will be available online and applicants will be able to submit applications online. Manual approvals will be minimised through automated workflows and staff dashboards will help manage escalated or complex applications. The system will also be compatible with current council calendar systems to prevent clashes</a:t>
            </a:r>
            <a:endParaRPr sz="1200">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439db3d760f77f8b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439db3d760f77f8b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During stakeholder consults, several critical business and functional requirements were identified. Processing times for low-risk permits should be considerably shortened, and eligibility for low-risk permits should be automatically validated. Applicants will be more transparent thanks to real-time venue availability checks and automated notifications. Internal stakeholders also pointed to the need for an easy-to-use interface that needs little training. In addition, management reporting will provide council leaders with tools to track efficiency, staffing and operations.</a:t>
            </a:r>
            <a:endParaRPr sz="1200">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439db3d760f77f8b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439db3d760f77f8b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Organisational change resistance is one of the key project risks found by HR stakeholders. Staff might be uncertain about automation and/or new roles. To do this, there will be a need for early engagement of stakeholders and thorough training programmes. Other hazards include integration difficulties with current SCC systems and the potential for unintended administrative problems if workflows aren't developed properly. User acceptance testing and phased implementation strategies will help minimise these risks.</a:t>
            </a:r>
            <a:endParaRPr sz="1200">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7772dab412001f94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7772dab412001f94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The proposed solution will provide a number of significant business benefits to Sunshine Coast Council. These include very rapid permit approvals, better experience for community groups and applicants and less manual workload for internal staff. The system will also increase the transparency of operations and give increased reporting options for decisions management. Most importantly, it aligns to the council's overall digital transformation initiative and provides a scalable base for the future expansion of services.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7772dab412001f9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7772dab412001f9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Overall, the Self-Assessable Event Permit Management System offers a viable and scalable solution to enhance event permit management at Sunshine Coast Council. It is suggested that a phased approach is taken to implementation, starting with those events that are the least risky, such as weddings. Continuous stakeholder involvement, staff capacity building and tracking of performance will be essential to achieving successful uptake and long running project success. Thank you for your time, I'm happy to answer any questions.</a:t>
            </a:r>
            <a:endParaRPr sz="1200">
              <a:latin typeface="Times New Roman"/>
              <a:ea typeface="Times New Roman"/>
              <a:cs typeface="Times New Roman"/>
              <a:sym typeface="Times New Roman"/>
            </a:endParaRPr>
          </a:p>
          <a:p>
            <a:pPr indent="0" lvl="0" marL="0" rtl="0" algn="l">
              <a:spcBef>
                <a:spcPts val="0"/>
              </a:spcBef>
              <a:spcAft>
                <a:spcPts val="0"/>
              </a:spcAft>
              <a:buNone/>
            </a:pPr>
            <a:r>
              <a:t/>
            </a:r>
            <a:endParaRPr sz="1200">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 name="Google Shape;11;p2"/>
          <p:cNvSpPr txBox="1"/>
          <p:nvPr>
            <p:ph type="ctrTitle"/>
          </p:nvPr>
        </p:nvSpPr>
        <p:spPr>
          <a:xfrm>
            <a:off x="311704" y="1463846"/>
            <a:ext cx="4728000" cy="2052600"/>
          </a:xfrm>
          <a:prstGeom prst="rect">
            <a:avLst/>
          </a:prstGeom>
        </p:spPr>
        <p:txBody>
          <a:bodyPr anchorCtr="0" anchor="ctr" bIns="91425" lIns="91425" spcFirstLastPara="1" rIns="91425" wrap="square" tIns="91425">
            <a:normAutofit/>
          </a:bodyPr>
          <a:lstStyle>
            <a:lvl1pPr lvl="0">
              <a:lnSpc>
                <a:spcPct val="90000"/>
              </a:lnSpc>
              <a:spcBef>
                <a:spcPts val="0"/>
              </a:spcBef>
              <a:spcAft>
                <a:spcPts val="0"/>
              </a:spcAft>
              <a:buClr>
                <a:schemeClr val="lt1"/>
              </a:buClr>
              <a:buSzPts val="5400"/>
              <a:buNone/>
              <a:defRPr>
                <a:solidFill>
                  <a:schemeClr val="lt1"/>
                </a:solidFill>
              </a:defRPr>
            </a:lvl1pPr>
            <a:lvl2pPr lvl="1">
              <a:lnSpc>
                <a:spcPct val="90000"/>
              </a:lnSpc>
              <a:spcBef>
                <a:spcPts val="0"/>
              </a:spcBef>
              <a:spcAft>
                <a:spcPts val="0"/>
              </a:spcAft>
              <a:buClr>
                <a:schemeClr val="lt1"/>
              </a:buClr>
              <a:buSzPts val="5200"/>
              <a:buNone/>
              <a:defRPr sz="5200">
                <a:solidFill>
                  <a:schemeClr val="lt1"/>
                </a:solidFill>
              </a:defRPr>
            </a:lvl2pPr>
            <a:lvl3pPr lvl="2">
              <a:lnSpc>
                <a:spcPct val="90000"/>
              </a:lnSpc>
              <a:spcBef>
                <a:spcPts val="0"/>
              </a:spcBef>
              <a:spcAft>
                <a:spcPts val="0"/>
              </a:spcAft>
              <a:buClr>
                <a:schemeClr val="lt1"/>
              </a:buClr>
              <a:buSzPts val="5200"/>
              <a:buNone/>
              <a:defRPr sz="5200">
                <a:solidFill>
                  <a:schemeClr val="lt1"/>
                </a:solidFill>
              </a:defRPr>
            </a:lvl3pPr>
            <a:lvl4pPr lvl="3">
              <a:lnSpc>
                <a:spcPct val="90000"/>
              </a:lnSpc>
              <a:spcBef>
                <a:spcPts val="0"/>
              </a:spcBef>
              <a:spcAft>
                <a:spcPts val="0"/>
              </a:spcAft>
              <a:buClr>
                <a:schemeClr val="lt1"/>
              </a:buClr>
              <a:buSzPts val="5200"/>
              <a:buNone/>
              <a:defRPr sz="5200">
                <a:solidFill>
                  <a:schemeClr val="lt1"/>
                </a:solidFill>
              </a:defRPr>
            </a:lvl4pPr>
            <a:lvl5pPr lvl="4">
              <a:lnSpc>
                <a:spcPct val="90000"/>
              </a:lnSpc>
              <a:spcBef>
                <a:spcPts val="0"/>
              </a:spcBef>
              <a:spcAft>
                <a:spcPts val="0"/>
              </a:spcAft>
              <a:buClr>
                <a:schemeClr val="lt1"/>
              </a:buClr>
              <a:buSzPts val="5200"/>
              <a:buNone/>
              <a:defRPr sz="5200">
                <a:solidFill>
                  <a:schemeClr val="lt1"/>
                </a:solidFill>
              </a:defRPr>
            </a:lvl5pPr>
            <a:lvl6pPr lvl="5">
              <a:lnSpc>
                <a:spcPct val="90000"/>
              </a:lnSpc>
              <a:spcBef>
                <a:spcPts val="0"/>
              </a:spcBef>
              <a:spcAft>
                <a:spcPts val="0"/>
              </a:spcAft>
              <a:buClr>
                <a:schemeClr val="lt1"/>
              </a:buClr>
              <a:buSzPts val="5200"/>
              <a:buNone/>
              <a:defRPr sz="5200">
                <a:solidFill>
                  <a:schemeClr val="lt1"/>
                </a:solidFill>
              </a:defRPr>
            </a:lvl6pPr>
            <a:lvl7pPr lvl="6">
              <a:lnSpc>
                <a:spcPct val="90000"/>
              </a:lnSpc>
              <a:spcBef>
                <a:spcPts val="0"/>
              </a:spcBef>
              <a:spcAft>
                <a:spcPts val="0"/>
              </a:spcAft>
              <a:buClr>
                <a:schemeClr val="lt1"/>
              </a:buClr>
              <a:buSzPts val="5200"/>
              <a:buNone/>
              <a:defRPr sz="5200">
                <a:solidFill>
                  <a:schemeClr val="lt1"/>
                </a:solidFill>
              </a:defRPr>
            </a:lvl7pPr>
            <a:lvl8pPr lvl="7">
              <a:lnSpc>
                <a:spcPct val="90000"/>
              </a:lnSpc>
              <a:spcBef>
                <a:spcPts val="0"/>
              </a:spcBef>
              <a:spcAft>
                <a:spcPts val="0"/>
              </a:spcAft>
              <a:buClr>
                <a:schemeClr val="lt1"/>
              </a:buClr>
              <a:buSzPts val="5200"/>
              <a:buNone/>
              <a:defRPr sz="5200">
                <a:solidFill>
                  <a:schemeClr val="lt1"/>
                </a:solidFill>
              </a:defRPr>
            </a:lvl8pPr>
            <a:lvl9pPr lvl="8">
              <a:lnSpc>
                <a:spcPct val="90000"/>
              </a:lnSpc>
              <a:spcBef>
                <a:spcPts val="0"/>
              </a:spcBef>
              <a:spcAft>
                <a:spcPts val="0"/>
              </a:spcAft>
              <a:buClr>
                <a:schemeClr val="lt1"/>
              </a:buClr>
              <a:buSzPts val="5200"/>
              <a:buNone/>
              <a:defRPr sz="5200">
                <a:solidFill>
                  <a:schemeClr val="lt1"/>
                </a:solidFill>
              </a:defRPr>
            </a:lvl9pPr>
          </a:lstStyle>
          <a:p/>
        </p:txBody>
      </p:sp>
      <p:sp>
        <p:nvSpPr>
          <p:cNvPr id="12" name="Google Shape;12;p2"/>
          <p:cNvSpPr txBox="1"/>
          <p:nvPr>
            <p:ph idx="1" type="subTitle"/>
          </p:nvPr>
        </p:nvSpPr>
        <p:spPr>
          <a:xfrm>
            <a:off x="311700" y="3552100"/>
            <a:ext cx="3863100" cy="3936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000"/>
              <a:buFont typeface="Roboto Medium"/>
              <a:buNone/>
              <a:defRPr sz="2000">
                <a:solidFill>
                  <a:schemeClr val="lt1"/>
                </a:solidFill>
                <a:latin typeface="Roboto Medium"/>
                <a:ea typeface="Roboto Medium"/>
                <a:cs typeface="Roboto Medium"/>
                <a:sym typeface="Roboto Medium"/>
              </a:defRPr>
            </a:lvl1pPr>
            <a:lvl2pPr lvl="1">
              <a:lnSpc>
                <a:spcPct val="100000"/>
              </a:lnSpc>
              <a:spcBef>
                <a:spcPts val="0"/>
              </a:spcBef>
              <a:spcAft>
                <a:spcPts val="0"/>
              </a:spcAft>
              <a:buClr>
                <a:schemeClr val="lt1"/>
              </a:buClr>
              <a:buSzPts val="2000"/>
              <a:buNone/>
              <a:defRPr sz="2000">
                <a:solidFill>
                  <a:schemeClr val="lt1"/>
                </a:solidFill>
              </a:defRPr>
            </a:lvl2pPr>
            <a:lvl3pPr lvl="2">
              <a:lnSpc>
                <a:spcPct val="100000"/>
              </a:lnSpc>
              <a:spcBef>
                <a:spcPts val="0"/>
              </a:spcBef>
              <a:spcAft>
                <a:spcPts val="0"/>
              </a:spcAft>
              <a:buClr>
                <a:schemeClr val="lt1"/>
              </a:buClr>
              <a:buSzPts val="2000"/>
              <a:buNone/>
              <a:defRPr sz="2000">
                <a:solidFill>
                  <a:schemeClr val="lt1"/>
                </a:solidFill>
              </a:defRPr>
            </a:lvl3pPr>
            <a:lvl4pPr lvl="3">
              <a:lnSpc>
                <a:spcPct val="100000"/>
              </a:lnSpc>
              <a:spcBef>
                <a:spcPts val="0"/>
              </a:spcBef>
              <a:spcAft>
                <a:spcPts val="0"/>
              </a:spcAft>
              <a:buClr>
                <a:schemeClr val="lt1"/>
              </a:buClr>
              <a:buSzPts val="2000"/>
              <a:buNone/>
              <a:defRPr sz="2000">
                <a:solidFill>
                  <a:schemeClr val="lt1"/>
                </a:solidFill>
              </a:defRPr>
            </a:lvl4pPr>
            <a:lvl5pPr lvl="4">
              <a:lnSpc>
                <a:spcPct val="100000"/>
              </a:lnSpc>
              <a:spcBef>
                <a:spcPts val="0"/>
              </a:spcBef>
              <a:spcAft>
                <a:spcPts val="0"/>
              </a:spcAft>
              <a:buClr>
                <a:schemeClr val="lt1"/>
              </a:buClr>
              <a:buSzPts val="2000"/>
              <a:buNone/>
              <a:defRPr sz="2000">
                <a:solidFill>
                  <a:schemeClr val="lt1"/>
                </a:solidFill>
              </a:defRPr>
            </a:lvl5pPr>
            <a:lvl6pPr lvl="5">
              <a:lnSpc>
                <a:spcPct val="100000"/>
              </a:lnSpc>
              <a:spcBef>
                <a:spcPts val="0"/>
              </a:spcBef>
              <a:spcAft>
                <a:spcPts val="0"/>
              </a:spcAft>
              <a:buClr>
                <a:schemeClr val="lt1"/>
              </a:buClr>
              <a:buSzPts val="2000"/>
              <a:buNone/>
              <a:defRPr sz="2000">
                <a:solidFill>
                  <a:schemeClr val="lt1"/>
                </a:solidFill>
              </a:defRPr>
            </a:lvl6pPr>
            <a:lvl7pPr lvl="6">
              <a:lnSpc>
                <a:spcPct val="100000"/>
              </a:lnSpc>
              <a:spcBef>
                <a:spcPts val="0"/>
              </a:spcBef>
              <a:spcAft>
                <a:spcPts val="0"/>
              </a:spcAft>
              <a:buClr>
                <a:schemeClr val="lt1"/>
              </a:buClr>
              <a:buSzPts val="2000"/>
              <a:buNone/>
              <a:defRPr sz="2000">
                <a:solidFill>
                  <a:schemeClr val="lt1"/>
                </a:solidFill>
              </a:defRPr>
            </a:lvl7pPr>
            <a:lvl8pPr lvl="7">
              <a:lnSpc>
                <a:spcPct val="100000"/>
              </a:lnSpc>
              <a:spcBef>
                <a:spcPts val="0"/>
              </a:spcBef>
              <a:spcAft>
                <a:spcPts val="0"/>
              </a:spcAft>
              <a:buClr>
                <a:schemeClr val="lt1"/>
              </a:buClr>
              <a:buSzPts val="2000"/>
              <a:buNone/>
              <a:defRPr sz="2000">
                <a:solidFill>
                  <a:schemeClr val="lt1"/>
                </a:solidFill>
              </a:defRPr>
            </a:lvl8pPr>
            <a:lvl9pPr lvl="8">
              <a:lnSpc>
                <a:spcPct val="100000"/>
              </a:lnSpc>
              <a:spcBef>
                <a:spcPts val="0"/>
              </a:spcBef>
              <a:spcAft>
                <a:spcPts val="0"/>
              </a:spcAft>
              <a:buClr>
                <a:schemeClr val="lt1"/>
              </a:buClr>
              <a:buSzPts val="2000"/>
              <a:buNone/>
              <a:defRPr sz="20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2">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4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48" name="Shape 48"/>
        <p:cNvGrpSpPr/>
        <p:nvPr/>
      </p:nvGrpSpPr>
      <p:grpSpPr>
        <a:xfrm>
          <a:off x="0" y="0"/>
          <a:ext cx="0" cy="0"/>
          <a:chOff x="0" y="0"/>
          <a:chExt cx="0" cy="0"/>
        </a:xfrm>
      </p:grpSpPr>
      <p:sp>
        <p:nvSpPr>
          <p:cNvPr id="49" name="Google Shape;49;p12"/>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 name="Google Shape;51;p12"/>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2" name="Google Shape;52;p12"/>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3" name="Google Shape;53;p12"/>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 name="Google Shape;54;p12"/>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 name="Google Shape;55;p12"/>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 name="Google Shape;56;p12"/>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7" name="Shape 57"/>
        <p:cNvGrpSpPr/>
        <p:nvPr/>
      </p:nvGrpSpPr>
      <p:grpSpPr>
        <a:xfrm>
          <a:off x="0" y="0"/>
          <a:ext cx="0" cy="0"/>
          <a:chOff x="0" y="0"/>
          <a:chExt cx="0" cy="0"/>
        </a:xfrm>
      </p:grpSpPr>
      <p:sp>
        <p:nvSpPr>
          <p:cNvPr id="58" name="Google Shape;58;p1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59" name="Google Shape;59;p13"/>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0" name="Google Shape;60;p13"/>
          <p:cNvSpPr/>
          <p:nvPr>
            <p:ph idx="2" type="pic"/>
          </p:nvPr>
        </p:nvSpPr>
        <p:spPr>
          <a:xfrm>
            <a:off x="4992024" y="1152775"/>
            <a:ext cx="3840300" cy="3416400"/>
          </a:xfrm>
          <a:prstGeom prst="rect">
            <a:avLst/>
          </a:prstGeom>
          <a:noFill/>
          <a:ln>
            <a:noFill/>
          </a:ln>
        </p:spPr>
      </p:sp>
      <p:sp>
        <p:nvSpPr>
          <p:cNvPr id="61" name="Google Shape;6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62" name="Shape 62"/>
        <p:cNvGrpSpPr/>
        <p:nvPr/>
      </p:nvGrpSpPr>
      <p:grpSpPr>
        <a:xfrm>
          <a:off x="0" y="0"/>
          <a:ext cx="0" cy="0"/>
          <a:chOff x="0" y="0"/>
          <a:chExt cx="0" cy="0"/>
        </a:xfrm>
      </p:grpSpPr>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4"/>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5" name="Google Shape;65;p14"/>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6" name="Google Shape;66;p14"/>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7" name="Google Shape;67;p14"/>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68" name="Google Shape;68;p14"/>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69" name="Shape 69"/>
        <p:cNvGrpSpPr/>
        <p:nvPr/>
      </p:nvGrpSpPr>
      <p:grpSpPr>
        <a:xfrm>
          <a:off x="0" y="0"/>
          <a:ext cx="0" cy="0"/>
          <a:chOff x="0" y="0"/>
          <a:chExt cx="0" cy="0"/>
        </a:xfrm>
      </p:grpSpPr>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1" name="Google Shape;71;p15"/>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2" name="Google Shape;72;p15"/>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3" name="Google Shape;73;p15"/>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 name="Google Shape;74;p1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15"/>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6" name="Google Shape;76;p15"/>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7" name="Google Shape;77;p15"/>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78" name="Shape 78"/>
        <p:cNvGrpSpPr/>
        <p:nvPr/>
      </p:nvGrpSpPr>
      <p:grpSpPr>
        <a:xfrm>
          <a:off x="0" y="0"/>
          <a:ext cx="0" cy="0"/>
          <a:chOff x="0" y="0"/>
          <a:chExt cx="0" cy="0"/>
        </a:xfrm>
      </p:grpSpPr>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6"/>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1" name="Google Shape;81;p16"/>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2" name="Google Shape;82;p16"/>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3" name="Google Shape;83;p16"/>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4" name="Google Shape;84;p16"/>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5" name="Google Shape;85;p16"/>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6" name="Google Shape;86;p16"/>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7" name="Google Shape;87;p16"/>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8" name="Google Shape;88;p16"/>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7"/>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3" name="Shape 93"/>
        <p:cNvGrpSpPr/>
        <p:nvPr/>
      </p:nvGrpSpPr>
      <p:grpSpPr>
        <a:xfrm>
          <a:off x="0" y="0"/>
          <a:ext cx="0" cy="0"/>
          <a:chOff x="0" y="0"/>
          <a:chExt cx="0" cy="0"/>
        </a:xfrm>
      </p:grpSpPr>
      <p:sp>
        <p:nvSpPr>
          <p:cNvPr id="94" name="Google Shape;94;p18"/>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5" name="Google Shape;95;p18"/>
          <p:cNvSpPr/>
          <p:nvPr>
            <p:ph idx="2" type="pic"/>
          </p:nvPr>
        </p:nvSpPr>
        <p:spPr>
          <a:xfrm>
            <a:off x="4804825" y="1133300"/>
            <a:ext cx="4027500" cy="2392800"/>
          </a:xfrm>
          <a:prstGeom prst="rect">
            <a:avLst/>
          </a:prstGeom>
          <a:noFill/>
          <a:ln>
            <a:noFill/>
          </a:ln>
        </p:spPr>
      </p:sp>
      <p:sp>
        <p:nvSpPr>
          <p:cNvPr id="96" name="Google Shape;96;p18"/>
          <p:cNvSpPr/>
          <p:nvPr>
            <p:ph idx="3" type="pic"/>
          </p:nvPr>
        </p:nvSpPr>
        <p:spPr>
          <a:xfrm>
            <a:off x="311725" y="1133300"/>
            <a:ext cx="4027500" cy="2392800"/>
          </a:xfrm>
          <a:prstGeom prst="rect">
            <a:avLst/>
          </a:prstGeom>
          <a:noFill/>
          <a:ln>
            <a:noFill/>
          </a:ln>
        </p:spPr>
      </p:sp>
      <p:sp>
        <p:nvSpPr>
          <p:cNvPr id="97" name="Google Shape;97;p18"/>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8" name="Google Shape;9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100" name="Google Shape;100;p18"/>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01" name="Google Shape;101;p18"/>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2" name="Shape 102"/>
        <p:cNvGrpSpPr/>
        <p:nvPr/>
      </p:nvGrpSpPr>
      <p:grpSpPr>
        <a:xfrm>
          <a:off x="0" y="0"/>
          <a:ext cx="0" cy="0"/>
          <a:chOff x="0" y="0"/>
          <a:chExt cx="0" cy="0"/>
        </a:xfrm>
      </p:grpSpPr>
      <p:sp>
        <p:nvSpPr>
          <p:cNvPr id="103" name="Google Shape;103;p19"/>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4" name="Google Shape;104;p19"/>
          <p:cNvSpPr/>
          <p:nvPr>
            <p:ph idx="2" type="pic"/>
          </p:nvPr>
        </p:nvSpPr>
        <p:spPr>
          <a:xfrm>
            <a:off x="6205225" y="1128325"/>
            <a:ext cx="2627100" cy="2273100"/>
          </a:xfrm>
          <a:prstGeom prst="rect">
            <a:avLst/>
          </a:prstGeom>
          <a:noFill/>
          <a:ln>
            <a:noFill/>
          </a:ln>
        </p:spPr>
      </p:sp>
      <p:sp>
        <p:nvSpPr>
          <p:cNvPr id="105" name="Google Shape;105;p19"/>
          <p:cNvSpPr/>
          <p:nvPr>
            <p:ph idx="3" type="pic"/>
          </p:nvPr>
        </p:nvSpPr>
        <p:spPr>
          <a:xfrm>
            <a:off x="311725" y="1128325"/>
            <a:ext cx="2627100" cy="2273100"/>
          </a:xfrm>
          <a:prstGeom prst="rect">
            <a:avLst/>
          </a:prstGeom>
          <a:noFill/>
          <a:ln>
            <a:noFill/>
          </a:ln>
        </p:spPr>
      </p:sp>
      <p:sp>
        <p:nvSpPr>
          <p:cNvPr id="106" name="Google Shape;106;p19"/>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7" name="Google Shape;107;p19"/>
          <p:cNvSpPr/>
          <p:nvPr>
            <p:ph idx="5" type="pic"/>
          </p:nvPr>
        </p:nvSpPr>
        <p:spPr>
          <a:xfrm>
            <a:off x="3255250" y="1128325"/>
            <a:ext cx="2627100" cy="2273100"/>
          </a:xfrm>
          <a:prstGeom prst="rect">
            <a:avLst/>
          </a:prstGeom>
          <a:noFill/>
          <a:ln>
            <a:noFill/>
          </a:ln>
        </p:spPr>
      </p:sp>
      <p:sp>
        <p:nvSpPr>
          <p:cNvPr id="108" name="Google Shape;108;p19"/>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111" name="Google Shape;111;p19"/>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2" name="Google Shape;112;p19"/>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3" name="Google Shape;113;p19"/>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4" name="Shape 114"/>
        <p:cNvGrpSpPr/>
        <p:nvPr/>
      </p:nvGrpSpPr>
      <p:grpSpPr>
        <a:xfrm>
          <a:off x="0" y="0"/>
          <a:ext cx="0" cy="0"/>
          <a:chOff x="0" y="0"/>
          <a:chExt cx="0" cy="0"/>
        </a:xfrm>
      </p:grpSpPr>
      <p:sp>
        <p:nvSpPr>
          <p:cNvPr id="115" name="Google Shape;115;p20"/>
          <p:cNvSpPr/>
          <p:nvPr>
            <p:ph idx="2" type="pic"/>
          </p:nvPr>
        </p:nvSpPr>
        <p:spPr>
          <a:xfrm>
            <a:off x="311700" y="445025"/>
            <a:ext cx="8520600" cy="4218300"/>
          </a:xfrm>
          <a:prstGeom prst="rect">
            <a:avLst/>
          </a:prstGeom>
          <a:noFill/>
          <a:ln>
            <a:noFill/>
          </a:ln>
        </p:spPr>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7" name="Shape 117"/>
        <p:cNvGrpSpPr/>
        <p:nvPr/>
      </p:nvGrpSpPr>
      <p:grpSpPr>
        <a:xfrm>
          <a:off x="0" y="0"/>
          <a:ext cx="0" cy="0"/>
          <a:chOff x="0" y="0"/>
          <a:chExt cx="0" cy="0"/>
        </a:xfrm>
      </p:grpSpPr>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p:nvPr>
            <p:ph idx="2" type="pic"/>
          </p:nvPr>
        </p:nvSpPr>
        <p:spPr>
          <a:xfrm>
            <a:off x="3389600" y="118913"/>
            <a:ext cx="1643700" cy="1535100"/>
          </a:xfrm>
          <a:prstGeom prst="rect">
            <a:avLst/>
          </a:prstGeom>
          <a:noFill/>
          <a:ln>
            <a:noFill/>
          </a:ln>
        </p:spPr>
      </p:sp>
      <p:sp>
        <p:nvSpPr>
          <p:cNvPr id="120" name="Google Shape;120;p21"/>
          <p:cNvSpPr/>
          <p:nvPr>
            <p:ph idx="3" type="pic"/>
          </p:nvPr>
        </p:nvSpPr>
        <p:spPr>
          <a:xfrm>
            <a:off x="5195935" y="118913"/>
            <a:ext cx="1643700" cy="1535100"/>
          </a:xfrm>
          <a:prstGeom prst="rect">
            <a:avLst/>
          </a:prstGeom>
          <a:noFill/>
          <a:ln>
            <a:noFill/>
          </a:ln>
        </p:spPr>
      </p:sp>
      <p:sp>
        <p:nvSpPr>
          <p:cNvPr id="121" name="Google Shape;121;p21"/>
          <p:cNvSpPr/>
          <p:nvPr>
            <p:ph idx="4" type="pic"/>
          </p:nvPr>
        </p:nvSpPr>
        <p:spPr>
          <a:xfrm>
            <a:off x="7002270" y="118913"/>
            <a:ext cx="1643700" cy="1535100"/>
          </a:xfrm>
          <a:prstGeom prst="rect">
            <a:avLst/>
          </a:prstGeom>
          <a:noFill/>
          <a:ln>
            <a:noFill/>
          </a:ln>
        </p:spPr>
      </p:sp>
      <p:sp>
        <p:nvSpPr>
          <p:cNvPr id="122" name="Google Shape;122;p21"/>
          <p:cNvSpPr/>
          <p:nvPr>
            <p:ph idx="5" type="pic"/>
          </p:nvPr>
        </p:nvSpPr>
        <p:spPr>
          <a:xfrm>
            <a:off x="3389588" y="1804212"/>
            <a:ext cx="1643700" cy="1535100"/>
          </a:xfrm>
          <a:prstGeom prst="rect">
            <a:avLst/>
          </a:prstGeom>
          <a:noFill/>
          <a:ln>
            <a:noFill/>
          </a:ln>
        </p:spPr>
      </p:sp>
      <p:sp>
        <p:nvSpPr>
          <p:cNvPr id="123" name="Google Shape;123;p21"/>
          <p:cNvSpPr/>
          <p:nvPr>
            <p:ph idx="6" type="pic"/>
          </p:nvPr>
        </p:nvSpPr>
        <p:spPr>
          <a:xfrm>
            <a:off x="5195922" y="1804212"/>
            <a:ext cx="1643700" cy="1535100"/>
          </a:xfrm>
          <a:prstGeom prst="rect">
            <a:avLst/>
          </a:prstGeom>
          <a:noFill/>
          <a:ln>
            <a:noFill/>
          </a:ln>
        </p:spPr>
      </p:sp>
      <p:sp>
        <p:nvSpPr>
          <p:cNvPr id="124" name="Google Shape;124;p21"/>
          <p:cNvSpPr/>
          <p:nvPr>
            <p:ph idx="7" type="pic"/>
          </p:nvPr>
        </p:nvSpPr>
        <p:spPr>
          <a:xfrm>
            <a:off x="7002257" y="1804212"/>
            <a:ext cx="1643700" cy="1535100"/>
          </a:xfrm>
          <a:prstGeom prst="rect">
            <a:avLst/>
          </a:prstGeom>
          <a:noFill/>
          <a:ln>
            <a:noFill/>
          </a:ln>
        </p:spPr>
      </p:sp>
      <p:sp>
        <p:nvSpPr>
          <p:cNvPr id="125" name="Google Shape;125;p21"/>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400"/>
              <a:buNone/>
              <a:defRPr/>
            </a:lvl1pPr>
            <a:lvl2pPr lvl="1">
              <a:spcBef>
                <a:spcPts val="0"/>
              </a:spcBef>
              <a:spcAft>
                <a:spcPts val="0"/>
              </a:spcAft>
              <a:buSzPts val="5400"/>
              <a:buNone/>
              <a:defRPr/>
            </a:lvl2pPr>
            <a:lvl3pPr lvl="2">
              <a:spcBef>
                <a:spcPts val="0"/>
              </a:spcBef>
              <a:spcAft>
                <a:spcPts val="0"/>
              </a:spcAft>
              <a:buSzPts val="5400"/>
              <a:buNone/>
              <a:defRPr/>
            </a:lvl3pPr>
            <a:lvl4pPr lvl="3">
              <a:spcBef>
                <a:spcPts val="0"/>
              </a:spcBef>
              <a:spcAft>
                <a:spcPts val="0"/>
              </a:spcAft>
              <a:buSzPts val="5400"/>
              <a:buNone/>
              <a:defRPr/>
            </a:lvl4pPr>
            <a:lvl5pPr lvl="4">
              <a:spcBef>
                <a:spcPts val="0"/>
              </a:spcBef>
              <a:spcAft>
                <a:spcPts val="0"/>
              </a:spcAft>
              <a:buSzPts val="5400"/>
              <a:buNone/>
              <a:defRPr/>
            </a:lvl5pPr>
            <a:lvl6pPr lvl="5">
              <a:spcBef>
                <a:spcPts val="0"/>
              </a:spcBef>
              <a:spcAft>
                <a:spcPts val="0"/>
              </a:spcAft>
              <a:buSzPts val="5400"/>
              <a:buNone/>
              <a:defRPr/>
            </a:lvl6pPr>
            <a:lvl7pPr lvl="6">
              <a:spcBef>
                <a:spcPts val="0"/>
              </a:spcBef>
              <a:spcAft>
                <a:spcPts val="0"/>
              </a:spcAft>
              <a:buSzPts val="5400"/>
              <a:buNone/>
              <a:defRPr/>
            </a:lvl7pPr>
            <a:lvl8pPr lvl="7">
              <a:spcBef>
                <a:spcPts val="0"/>
              </a:spcBef>
              <a:spcAft>
                <a:spcPts val="0"/>
              </a:spcAft>
              <a:buSzPts val="5400"/>
              <a:buNone/>
              <a:defRPr/>
            </a:lvl8pPr>
            <a:lvl9pPr lvl="8">
              <a:spcBef>
                <a:spcPts val="0"/>
              </a:spcBef>
              <a:spcAft>
                <a:spcPts val="0"/>
              </a:spcAft>
              <a:buSzPts val="5400"/>
              <a:buNone/>
              <a:defRPr/>
            </a:lvl9pPr>
          </a:lstStyle>
          <a:p/>
        </p:txBody>
      </p:sp>
      <p:sp>
        <p:nvSpPr>
          <p:cNvPr id="126" name="Google Shape;126;p21"/>
          <p:cNvSpPr/>
          <p:nvPr>
            <p:ph idx="8" type="pic"/>
          </p:nvPr>
        </p:nvSpPr>
        <p:spPr>
          <a:xfrm>
            <a:off x="3389588" y="3489487"/>
            <a:ext cx="1643700" cy="1535100"/>
          </a:xfrm>
          <a:prstGeom prst="rect">
            <a:avLst/>
          </a:prstGeom>
          <a:noFill/>
          <a:ln>
            <a:noFill/>
          </a:ln>
        </p:spPr>
      </p:sp>
      <p:sp>
        <p:nvSpPr>
          <p:cNvPr id="127" name="Google Shape;127;p21"/>
          <p:cNvSpPr/>
          <p:nvPr>
            <p:ph idx="9" type="pic"/>
          </p:nvPr>
        </p:nvSpPr>
        <p:spPr>
          <a:xfrm>
            <a:off x="5195922" y="3489487"/>
            <a:ext cx="1643700" cy="1535100"/>
          </a:xfrm>
          <a:prstGeom prst="rect">
            <a:avLst/>
          </a:prstGeom>
          <a:noFill/>
          <a:ln>
            <a:noFill/>
          </a:ln>
        </p:spPr>
      </p:sp>
      <p:sp>
        <p:nvSpPr>
          <p:cNvPr id="128" name="Google Shape;128;p21"/>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129" name="Shape 129"/>
        <p:cNvGrpSpPr/>
        <p:nvPr/>
      </p:nvGrpSpPr>
      <p:grpSpPr>
        <a:xfrm>
          <a:off x="0" y="0"/>
          <a:ext cx="0" cy="0"/>
          <a:chOff x="0" y="0"/>
          <a:chExt cx="0" cy="0"/>
        </a:xfrm>
      </p:grpSpPr>
      <p:sp>
        <p:nvSpPr>
          <p:cNvPr id="130" name="Google Shape;130;p22"/>
          <p:cNvSpPr/>
          <p:nvPr/>
        </p:nvSpPr>
        <p:spPr>
          <a:xfrm>
            <a:off x="330299" y="-1669950"/>
            <a:ext cx="8483400" cy="84834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5600">
              <a:solidFill>
                <a:schemeClr val="dk1"/>
              </a:solidFill>
              <a:latin typeface="Roboto Serif Medium"/>
              <a:ea typeface="Roboto Serif Medium"/>
              <a:cs typeface="Roboto Serif Medium"/>
              <a:sym typeface="Roboto Serif Medium"/>
            </a:endParaRPr>
          </a:p>
        </p:txBody>
      </p:sp>
      <p:sp>
        <p:nvSpPr>
          <p:cNvPr id="131" name="Google Shape;131;p22"/>
          <p:cNvSpPr/>
          <p:nvPr/>
        </p:nvSpPr>
        <p:spPr>
          <a:xfrm>
            <a:off x="650850" y="-1349400"/>
            <a:ext cx="7842300" cy="78423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5400">
              <a:solidFill>
                <a:schemeClr val="dk1"/>
              </a:solidFill>
              <a:latin typeface="Roboto Serif"/>
              <a:ea typeface="Roboto Serif"/>
              <a:cs typeface="Roboto Serif"/>
              <a:sym typeface="Roboto Serif"/>
            </a:endParaRPr>
          </a:p>
        </p:txBody>
      </p:sp>
      <p:sp>
        <p:nvSpPr>
          <p:cNvPr id="132" name="Google Shape;132;p22"/>
          <p:cNvSpPr txBox="1"/>
          <p:nvPr>
            <p:ph type="title"/>
          </p:nvPr>
        </p:nvSpPr>
        <p:spPr>
          <a:xfrm>
            <a:off x="650850" y="1825650"/>
            <a:ext cx="7842300" cy="149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5400"/>
              <a:buNone/>
              <a:defRPr>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solidFill>
          <a:schemeClr val="dk1"/>
        </a:solidFill>
      </p:bgPr>
    </p:bg>
    <p:spTree>
      <p:nvGrpSpPr>
        <p:cNvPr id="134" name="Shape 134"/>
        <p:cNvGrpSpPr/>
        <p:nvPr/>
      </p:nvGrpSpPr>
      <p:grpSpPr>
        <a:xfrm>
          <a:off x="0" y="0"/>
          <a:ext cx="0" cy="0"/>
          <a:chOff x="0" y="0"/>
          <a:chExt cx="0" cy="0"/>
        </a:xfrm>
      </p:grpSpPr>
      <p:sp>
        <p:nvSpPr>
          <p:cNvPr id="135" name="Google Shape;135;p23"/>
          <p:cNvSpPr/>
          <p:nvPr/>
        </p:nvSpPr>
        <p:spPr>
          <a:xfrm>
            <a:off x="330299" y="-1669950"/>
            <a:ext cx="8483400" cy="84834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5600">
              <a:solidFill>
                <a:schemeClr val="lt1"/>
              </a:solidFill>
              <a:latin typeface="Roboto Serif Medium"/>
              <a:ea typeface="Roboto Serif Medium"/>
              <a:cs typeface="Roboto Serif Medium"/>
              <a:sym typeface="Roboto Serif Medium"/>
            </a:endParaRPr>
          </a:p>
        </p:txBody>
      </p:sp>
      <p:sp>
        <p:nvSpPr>
          <p:cNvPr id="136" name="Google Shape;136;p23"/>
          <p:cNvSpPr/>
          <p:nvPr/>
        </p:nvSpPr>
        <p:spPr>
          <a:xfrm>
            <a:off x="650850" y="-1349400"/>
            <a:ext cx="7842300" cy="784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5400">
              <a:solidFill>
                <a:schemeClr val="lt1"/>
              </a:solidFill>
              <a:latin typeface="Roboto Serif"/>
              <a:ea typeface="Roboto Serif"/>
              <a:cs typeface="Roboto Serif"/>
              <a:sym typeface="Roboto Serif"/>
            </a:endParaRPr>
          </a:p>
        </p:txBody>
      </p:sp>
      <p:sp>
        <p:nvSpPr>
          <p:cNvPr id="137" name="Google Shape;137;p23"/>
          <p:cNvSpPr txBox="1"/>
          <p:nvPr>
            <p:ph type="title"/>
          </p:nvPr>
        </p:nvSpPr>
        <p:spPr>
          <a:xfrm>
            <a:off x="650850" y="1825650"/>
            <a:ext cx="7842300" cy="1492200"/>
          </a:xfrm>
          <a:prstGeom prst="rect">
            <a:avLst/>
          </a:prstGeom>
        </p:spPr>
        <p:txBody>
          <a:bodyPr anchorCtr="0" anchor="ctr" bIns="91425" lIns="91425" spcFirstLastPara="1" rIns="91425" wrap="square" tIns="91425">
            <a:noAutofit/>
          </a:bodyPr>
          <a:lstStyle>
            <a:lvl1pPr lvl="0" algn="ctr">
              <a:spcBef>
                <a:spcPts val="0"/>
              </a:spcBef>
              <a:spcAft>
                <a:spcPts val="0"/>
              </a:spcAft>
              <a:buSzPts val="54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8" name="Google Shape;13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icker Bank">
  <p:cSld name="SECTION_HEADER_1_1">
    <p:bg>
      <p:bgPr>
        <a:solidFill>
          <a:schemeClr val="dk1"/>
        </a:solidFill>
      </p:bgPr>
    </p:bg>
    <p:spTree>
      <p:nvGrpSpPr>
        <p:cNvPr id="139" name="Shape 139"/>
        <p:cNvGrpSpPr/>
        <p:nvPr/>
      </p:nvGrpSpPr>
      <p:grpSpPr>
        <a:xfrm>
          <a:off x="0" y="0"/>
          <a:ext cx="0" cy="0"/>
          <a:chOff x="0" y="0"/>
          <a:chExt cx="0" cy="0"/>
        </a:xfrm>
      </p:grpSpPr>
      <p:sp>
        <p:nvSpPr>
          <p:cNvPr id="140" name="Google Shape;140;p24"/>
          <p:cNvSpPr/>
          <p:nvPr/>
        </p:nvSpPr>
        <p:spPr>
          <a:xfrm>
            <a:off x="330299" y="-1669950"/>
            <a:ext cx="8483400" cy="8483400"/>
          </a:xfrm>
          <a:prstGeom prst="ellipse">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5600">
              <a:solidFill>
                <a:schemeClr val="lt1"/>
              </a:solidFill>
              <a:latin typeface="Roboto Serif Medium"/>
              <a:ea typeface="Roboto Serif Medium"/>
              <a:cs typeface="Roboto Serif Medium"/>
              <a:sym typeface="Roboto Serif Medium"/>
            </a:endParaRPr>
          </a:p>
        </p:txBody>
      </p:sp>
      <p:sp>
        <p:nvSpPr>
          <p:cNvPr id="141" name="Google Shape;141;p24"/>
          <p:cNvSpPr/>
          <p:nvPr/>
        </p:nvSpPr>
        <p:spPr>
          <a:xfrm>
            <a:off x="650850" y="-1349400"/>
            <a:ext cx="7842300" cy="784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5400">
              <a:solidFill>
                <a:schemeClr val="lt1"/>
              </a:solidFill>
              <a:latin typeface="Roboto Serif"/>
              <a:ea typeface="Roboto Serif"/>
              <a:cs typeface="Roboto Serif"/>
              <a:sym typeface="Roboto Serif"/>
            </a:endParaRPr>
          </a:p>
        </p:txBody>
      </p:sp>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ph idx="1" type="subTitle"/>
          </p:nvPr>
        </p:nvSpPr>
        <p:spPr>
          <a:xfrm>
            <a:off x="1509750" y="807488"/>
            <a:ext cx="6124500" cy="7521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4200"/>
              <a:buFont typeface="Roboto Serif"/>
              <a:buNone/>
              <a:defRPr b="1" sz="4200">
                <a:latin typeface="Roboto Serif"/>
                <a:ea typeface="Roboto Serif"/>
                <a:cs typeface="Roboto Serif"/>
                <a:sym typeface="Roboto Serif"/>
              </a:defRPr>
            </a:lvl1pPr>
            <a:lvl2pPr lvl="1" algn="ctr">
              <a:lnSpc>
                <a:spcPct val="100000"/>
              </a:lnSpc>
              <a:spcBef>
                <a:spcPts val="0"/>
              </a:spcBef>
              <a:spcAft>
                <a:spcPts val="0"/>
              </a:spcAft>
              <a:buSzPts val="1400"/>
              <a:buFont typeface="Roboto Serif"/>
              <a:buNone/>
              <a:defRPr b="1">
                <a:latin typeface="Roboto Serif"/>
                <a:ea typeface="Roboto Serif"/>
                <a:cs typeface="Roboto Serif"/>
                <a:sym typeface="Roboto Serif"/>
              </a:defRPr>
            </a:lvl2pPr>
            <a:lvl3pPr lvl="2" algn="ctr">
              <a:lnSpc>
                <a:spcPct val="100000"/>
              </a:lnSpc>
              <a:spcBef>
                <a:spcPts val="0"/>
              </a:spcBef>
              <a:spcAft>
                <a:spcPts val="0"/>
              </a:spcAft>
              <a:buSzPts val="1400"/>
              <a:buFont typeface="Roboto Serif"/>
              <a:buNone/>
              <a:defRPr b="1">
                <a:latin typeface="Roboto Serif"/>
                <a:ea typeface="Roboto Serif"/>
                <a:cs typeface="Roboto Serif"/>
                <a:sym typeface="Roboto Serif"/>
              </a:defRPr>
            </a:lvl3pPr>
            <a:lvl4pPr lvl="3" algn="ctr">
              <a:lnSpc>
                <a:spcPct val="100000"/>
              </a:lnSpc>
              <a:spcBef>
                <a:spcPts val="0"/>
              </a:spcBef>
              <a:spcAft>
                <a:spcPts val="0"/>
              </a:spcAft>
              <a:buSzPts val="1400"/>
              <a:buFont typeface="Roboto Serif"/>
              <a:buNone/>
              <a:defRPr b="1">
                <a:latin typeface="Roboto Serif"/>
                <a:ea typeface="Roboto Serif"/>
                <a:cs typeface="Roboto Serif"/>
                <a:sym typeface="Roboto Serif"/>
              </a:defRPr>
            </a:lvl4pPr>
            <a:lvl5pPr lvl="4" algn="ctr">
              <a:lnSpc>
                <a:spcPct val="100000"/>
              </a:lnSpc>
              <a:spcBef>
                <a:spcPts val="0"/>
              </a:spcBef>
              <a:spcAft>
                <a:spcPts val="0"/>
              </a:spcAft>
              <a:buSzPts val="1400"/>
              <a:buFont typeface="Roboto Serif"/>
              <a:buNone/>
              <a:defRPr b="1">
                <a:latin typeface="Roboto Serif"/>
                <a:ea typeface="Roboto Serif"/>
                <a:cs typeface="Roboto Serif"/>
                <a:sym typeface="Roboto Serif"/>
              </a:defRPr>
            </a:lvl5pPr>
            <a:lvl6pPr lvl="5" algn="ctr">
              <a:lnSpc>
                <a:spcPct val="100000"/>
              </a:lnSpc>
              <a:spcBef>
                <a:spcPts val="0"/>
              </a:spcBef>
              <a:spcAft>
                <a:spcPts val="0"/>
              </a:spcAft>
              <a:buSzPts val="1400"/>
              <a:buFont typeface="Roboto Serif"/>
              <a:buNone/>
              <a:defRPr b="1">
                <a:latin typeface="Roboto Serif"/>
                <a:ea typeface="Roboto Serif"/>
                <a:cs typeface="Roboto Serif"/>
                <a:sym typeface="Roboto Serif"/>
              </a:defRPr>
            </a:lvl6pPr>
            <a:lvl7pPr lvl="6" algn="ctr">
              <a:lnSpc>
                <a:spcPct val="100000"/>
              </a:lnSpc>
              <a:spcBef>
                <a:spcPts val="0"/>
              </a:spcBef>
              <a:spcAft>
                <a:spcPts val="0"/>
              </a:spcAft>
              <a:buSzPts val="1400"/>
              <a:buFont typeface="Roboto Serif"/>
              <a:buNone/>
              <a:defRPr b="1">
                <a:latin typeface="Roboto Serif"/>
                <a:ea typeface="Roboto Serif"/>
                <a:cs typeface="Roboto Serif"/>
                <a:sym typeface="Roboto Serif"/>
              </a:defRPr>
            </a:lvl7pPr>
            <a:lvl8pPr lvl="7" algn="ctr">
              <a:lnSpc>
                <a:spcPct val="100000"/>
              </a:lnSpc>
              <a:spcBef>
                <a:spcPts val="0"/>
              </a:spcBef>
              <a:spcAft>
                <a:spcPts val="0"/>
              </a:spcAft>
              <a:buSzPts val="1400"/>
              <a:buFont typeface="Roboto Serif"/>
              <a:buNone/>
              <a:defRPr b="1">
                <a:latin typeface="Roboto Serif"/>
                <a:ea typeface="Roboto Serif"/>
                <a:cs typeface="Roboto Serif"/>
                <a:sym typeface="Roboto Serif"/>
              </a:defRPr>
            </a:lvl8pPr>
            <a:lvl9pPr lvl="8" algn="ctr">
              <a:lnSpc>
                <a:spcPct val="100000"/>
              </a:lnSpc>
              <a:spcBef>
                <a:spcPts val="0"/>
              </a:spcBef>
              <a:spcAft>
                <a:spcPts val="0"/>
              </a:spcAft>
              <a:buSzPts val="1400"/>
              <a:buFont typeface="Roboto Serif"/>
              <a:buNone/>
              <a:defRPr b="1">
                <a:latin typeface="Roboto Serif"/>
                <a:ea typeface="Roboto Serif"/>
                <a:cs typeface="Roboto Serif"/>
                <a:sym typeface="Roboto Serif"/>
              </a:defRPr>
            </a:lvl9pPr>
          </a:lstStyle>
          <a:p/>
        </p:txBody>
      </p:sp>
      <p:sp>
        <p:nvSpPr>
          <p:cNvPr id="144" name="Google Shape;144;p24"/>
          <p:cNvSpPr txBox="1"/>
          <p:nvPr>
            <p:ph idx="2" type="body"/>
          </p:nvPr>
        </p:nvSpPr>
        <p:spPr>
          <a:xfrm>
            <a:off x="1847850" y="1559575"/>
            <a:ext cx="5448300" cy="247800"/>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Roboto"/>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Font typeface="Roboto Medium"/>
              <a:buChar char="■"/>
              <a:defRPr>
                <a:latin typeface="Roboto Medium"/>
                <a:ea typeface="Roboto Medium"/>
                <a:cs typeface="Roboto Medium"/>
                <a:sym typeface="Roboto Medium"/>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5" name="Google Shape;145;p24"/>
          <p:cNvSpPr txBox="1"/>
          <p:nvPr>
            <p:ph idx="3" type="body"/>
          </p:nvPr>
        </p:nvSpPr>
        <p:spPr>
          <a:xfrm>
            <a:off x="1509750" y="1763213"/>
            <a:ext cx="6124500" cy="2572800"/>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Roboto"/>
              <a:buChar char="●"/>
              <a:defRPr b="1"/>
            </a:lvl1pPr>
            <a:lvl2pPr indent="-317500" lvl="1" marL="914400">
              <a:spcBef>
                <a:spcPts val="0"/>
              </a:spcBef>
              <a:spcAft>
                <a:spcPts val="0"/>
              </a:spcAft>
              <a:buSzPts val="1400"/>
              <a:buFont typeface="Roboto"/>
              <a:buChar char="○"/>
              <a:defRPr b="1"/>
            </a:lvl2pPr>
            <a:lvl3pPr indent="-317500" lvl="2" marL="1371600">
              <a:spcBef>
                <a:spcPts val="0"/>
              </a:spcBef>
              <a:spcAft>
                <a:spcPts val="0"/>
              </a:spcAft>
              <a:buSzPts val="1400"/>
              <a:buFont typeface="Roboto"/>
              <a:buChar char="■"/>
              <a:defRPr b="1"/>
            </a:lvl3pPr>
            <a:lvl4pPr indent="-317500" lvl="3" marL="1828800">
              <a:spcBef>
                <a:spcPts val="0"/>
              </a:spcBef>
              <a:spcAft>
                <a:spcPts val="0"/>
              </a:spcAft>
              <a:buSzPts val="1400"/>
              <a:buFont typeface="Roboto"/>
              <a:buChar char="●"/>
              <a:defRPr b="1"/>
            </a:lvl4pPr>
            <a:lvl5pPr indent="-317500" lvl="4" marL="2286000">
              <a:spcBef>
                <a:spcPts val="0"/>
              </a:spcBef>
              <a:spcAft>
                <a:spcPts val="0"/>
              </a:spcAft>
              <a:buSzPts val="1400"/>
              <a:buFont typeface="Roboto"/>
              <a:buChar char="○"/>
              <a:defRPr b="1"/>
            </a:lvl5pPr>
            <a:lvl6pPr indent="-317500" lvl="5" marL="2743200">
              <a:spcBef>
                <a:spcPts val="0"/>
              </a:spcBef>
              <a:spcAft>
                <a:spcPts val="0"/>
              </a:spcAft>
              <a:buSzPts val="1400"/>
              <a:buFont typeface="Roboto"/>
              <a:buChar char="■"/>
              <a:defRPr b="1"/>
            </a:lvl6pPr>
            <a:lvl7pPr indent="-317500" lvl="6" marL="3200400">
              <a:spcBef>
                <a:spcPts val="0"/>
              </a:spcBef>
              <a:spcAft>
                <a:spcPts val="0"/>
              </a:spcAft>
              <a:buSzPts val="1400"/>
              <a:buFont typeface="Roboto"/>
              <a:buChar char="●"/>
              <a:defRPr b="1"/>
            </a:lvl7pPr>
            <a:lvl8pPr indent="-317500" lvl="7" marL="3657600">
              <a:spcBef>
                <a:spcPts val="0"/>
              </a:spcBef>
              <a:spcAft>
                <a:spcPts val="0"/>
              </a:spcAft>
              <a:buSzPts val="1400"/>
              <a:buFont typeface="Roboto"/>
              <a:buChar char="○"/>
              <a:defRPr b="1"/>
            </a:lvl8pPr>
            <a:lvl9pPr indent="-317500" lvl="8" marL="4114800">
              <a:spcBef>
                <a:spcPts val="0"/>
              </a:spcBef>
              <a:spcAft>
                <a:spcPts val="0"/>
              </a:spcAft>
              <a:buSzPts val="1400"/>
              <a:buFont typeface="Roboto"/>
              <a:buChar char="■"/>
              <a:defRPr b="1"/>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x">
  <p:cSld name="TITLE_AND_BODY">
    <p:bg>
      <p:bgPr>
        <a:solidFill>
          <a:schemeClr val="dk1"/>
        </a:solidFill>
      </p:bgPr>
    </p:bg>
    <p:spTree>
      <p:nvGrpSpPr>
        <p:cNvPr id="146" name="Shape 146"/>
        <p:cNvGrpSpPr/>
        <p:nvPr/>
      </p:nvGrpSpPr>
      <p:grpSpPr>
        <a:xfrm>
          <a:off x="0" y="0"/>
          <a:ext cx="0" cy="0"/>
          <a:chOff x="0" y="0"/>
          <a:chExt cx="0" cy="0"/>
        </a:xfrm>
      </p:grpSpPr>
      <p:sp>
        <p:nvSpPr>
          <p:cNvPr id="147" name="Google Shape;147;p25"/>
          <p:cNvSpPr txBox="1"/>
          <p:nvPr>
            <p:ph idx="1" type="subTitle"/>
          </p:nvPr>
        </p:nvSpPr>
        <p:spPr>
          <a:xfrm>
            <a:off x="1032600" y="257925"/>
            <a:ext cx="7078800" cy="752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4200"/>
              <a:buFont typeface="Roboto Serif"/>
              <a:buNone/>
              <a:defRPr b="1" sz="4200">
                <a:solidFill>
                  <a:schemeClr val="lt1"/>
                </a:solidFill>
                <a:latin typeface="Roboto Serif"/>
                <a:ea typeface="Roboto Serif"/>
                <a:cs typeface="Roboto Serif"/>
                <a:sym typeface="Roboto Serif"/>
              </a:defRPr>
            </a:lvl1pPr>
            <a:lvl2pPr lvl="1">
              <a:lnSpc>
                <a:spcPct val="100000"/>
              </a:lnSpc>
              <a:spcBef>
                <a:spcPts val="0"/>
              </a:spcBef>
              <a:spcAft>
                <a:spcPts val="0"/>
              </a:spcAft>
              <a:buClr>
                <a:schemeClr val="lt1"/>
              </a:buClr>
              <a:buSzPts val="1400"/>
              <a:buFont typeface="Roboto Serif"/>
              <a:buNone/>
              <a:defRPr b="1">
                <a:solidFill>
                  <a:schemeClr val="lt1"/>
                </a:solidFill>
                <a:latin typeface="Roboto Serif"/>
                <a:ea typeface="Roboto Serif"/>
                <a:cs typeface="Roboto Serif"/>
                <a:sym typeface="Roboto Serif"/>
              </a:defRPr>
            </a:lvl2pPr>
            <a:lvl3pPr lvl="2">
              <a:lnSpc>
                <a:spcPct val="100000"/>
              </a:lnSpc>
              <a:spcBef>
                <a:spcPts val="0"/>
              </a:spcBef>
              <a:spcAft>
                <a:spcPts val="0"/>
              </a:spcAft>
              <a:buClr>
                <a:schemeClr val="lt1"/>
              </a:buClr>
              <a:buSzPts val="1400"/>
              <a:buFont typeface="Roboto Serif"/>
              <a:buNone/>
              <a:defRPr b="1">
                <a:solidFill>
                  <a:schemeClr val="lt1"/>
                </a:solidFill>
                <a:latin typeface="Roboto Serif"/>
                <a:ea typeface="Roboto Serif"/>
                <a:cs typeface="Roboto Serif"/>
                <a:sym typeface="Roboto Serif"/>
              </a:defRPr>
            </a:lvl3pPr>
            <a:lvl4pPr lvl="3">
              <a:lnSpc>
                <a:spcPct val="100000"/>
              </a:lnSpc>
              <a:spcBef>
                <a:spcPts val="0"/>
              </a:spcBef>
              <a:spcAft>
                <a:spcPts val="0"/>
              </a:spcAft>
              <a:buClr>
                <a:schemeClr val="lt1"/>
              </a:buClr>
              <a:buSzPts val="1400"/>
              <a:buFont typeface="Roboto Serif"/>
              <a:buNone/>
              <a:defRPr b="1">
                <a:solidFill>
                  <a:schemeClr val="lt1"/>
                </a:solidFill>
                <a:latin typeface="Roboto Serif"/>
                <a:ea typeface="Roboto Serif"/>
                <a:cs typeface="Roboto Serif"/>
                <a:sym typeface="Roboto Serif"/>
              </a:defRPr>
            </a:lvl4pPr>
            <a:lvl5pPr lvl="4">
              <a:lnSpc>
                <a:spcPct val="100000"/>
              </a:lnSpc>
              <a:spcBef>
                <a:spcPts val="0"/>
              </a:spcBef>
              <a:spcAft>
                <a:spcPts val="0"/>
              </a:spcAft>
              <a:buClr>
                <a:schemeClr val="lt1"/>
              </a:buClr>
              <a:buSzPts val="1400"/>
              <a:buFont typeface="Roboto Serif"/>
              <a:buNone/>
              <a:defRPr b="1">
                <a:solidFill>
                  <a:schemeClr val="lt1"/>
                </a:solidFill>
                <a:latin typeface="Roboto Serif"/>
                <a:ea typeface="Roboto Serif"/>
                <a:cs typeface="Roboto Serif"/>
                <a:sym typeface="Roboto Serif"/>
              </a:defRPr>
            </a:lvl5pPr>
            <a:lvl6pPr lvl="5">
              <a:lnSpc>
                <a:spcPct val="100000"/>
              </a:lnSpc>
              <a:spcBef>
                <a:spcPts val="0"/>
              </a:spcBef>
              <a:spcAft>
                <a:spcPts val="0"/>
              </a:spcAft>
              <a:buClr>
                <a:schemeClr val="lt1"/>
              </a:buClr>
              <a:buSzPts val="1400"/>
              <a:buFont typeface="Roboto Serif"/>
              <a:buNone/>
              <a:defRPr b="1">
                <a:solidFill>
                  <a:schemeClr val="lt1"/>
                </a:solidFill>
                <a:latin typeface="Roboto Serif"/>
                <a:ea typeface="Roboto Serif"/>
                <a:cs typeface="Roboto Serif"/>
                <a:sym typeface="Roboto Serif"/>
              </a:defRPr>
            </a:lvl6pPr>
            <a:lvl7pPr lvl="6">
              <a:lnSpc>
                <a:spcPct val="100000"/>
              </a:lnSpc>
              <a:spcBef>
                <a:spcPts val="0"/>
              </a:spcBef>
              <a:spcAft>
                <a:spcPts val="0"/>
              </a:spcAft>
              <a:buClr>
                <a:schemeClr val="lt1"/>
              </a:buClr>
              <a:buSzPts val="1400"/>
              <a:buFont typeface="Roboto Serif"/>
              <a:buNone/>
              <a:defRPr b="1">
                <a:solidFill>
                  <a:schemeClr val="lt1"/>
                </a:solidFill>
                <a:latin typeface="Roboto Serif"/>
                <a:ea typeface="Roboto Serif"/>
                <a:cs typeface="Roboto Serif"/>
                <a:sym typeface="Roboto Serif"/>
              </a:defRPr>
            </a:lvl7pPr>
            <a:lvl8pPr lvl="7">
              <a:lnSpc>
                <a:spcPct val="100000"/>
              </a:lnSpc>
              <a:spcBef>
                <a:spcPts val="0"/>
              </a:spcBef>
              <a:spcAft>
                <a:spcPts val="0"/>
              </a:spcAft>
              <a:buClr>
                <a:schemeClr val="lt1"/>
              </a:buClr>
              <a:buSzPts val="1400"/>
              <a:buFont typeface="Roboto Serif"/>
              <a:buNone/>
              <a:defRPr b="1">
                <a:solidFill>
                  <a:schemeClr val="lt1"/>
                </a:solidFill>
                <a:latin typeface="Roboto Serif"/>
                <a:ea typeface="Roboto Serif"/>
                <a:cs typeface="Roboto Serif"/>
                <a:sym typeface="Roboto Serif"/>
              </a:defRPr>
            </a:lvl8pPr>
            <a:lvl9pPr lvl="8">
              <a:lnSpc>
                <a:spcPct val="100000"/>
              </a:lnSpc>
              <a:spcBef>
                <a:spcPts val="0"/>
              </a:spcBef>
              <a:spcAft>
                <a:spcPts val="0"/>
              </a:spcAft>
              <a:buClr>
                <a:schemeClr val="lt1"/>
              </a:buClr>
              <a:buSzPts val="1400"/>
              <a:buFont typeface="Roboto Serif"/>
              <a:buNone/>
              <a:defRPr b="1">
                <a:solidFill>
                  <a:schemeClr val="lt1"/>
                </a:solidFill>
                <a:latin typeface="Roboto Serif"/>
                <a:ea typeface="Roboto Serif"/>
                <a:cs typeface="Roboto Serif"/>
                <a:sym typeface="Roboto Serif"/>
              </a:defRPr>
            </a:lvl9pPr>
          </a:lstStyle>
          <a:p/>
        </p:txBody>
      </p:sp>
      <p:sp>
        <p:nvSpPr>
          <p:cNvPr id="148" name="Google Shape;148;p25"/>
          <p:cNvSpPr txBox="1"/>
          <p:nvPr>
            <p:ph idx="2" type="body"/>
          </p:nvPr>
        </p:nvSpPr>
        <p:spPr>
          <a:xfrm>
            <a:off x="2827800" y="1744500"/>
            <a:ext cx="3488400" cy="2148900"/>
          </a:xfrm>
          <a:prstGeom prst="rect">
            <a:avLst/>
          </a:prstGeom>
        </p:spPr>
        <p:txBody>
          <a:bodyPr anchorCtr="0" anchor="t" bIns="91425" lIns="91425" spcFirstLastPara="1" rIns="91425" wrap="square" tIns="91425">
            <a:normAutofit/>
          </a:bodyPr>
          <a:lstStyle>
            <a:lvl1pPr indent="-355600" lvl="0" marL="457200">
              <a:lnSpc>
                <a:spcPct val="100000"/>
              </a:lnSpc>
              <a:spcBef>
                <a:spcPts val="0"/>
              </a:spcBef>
              <a:spcAft>
                <a:spcPts val="0"/>
              </a:spcAft>
              <a:buClr>
                <a:schemeClr val="lt1"/>
              </a:buClr>
              <a:buSzPts val="2000"/>
              <a:buFont typeface="Roboto"/>
              <a:buChar char="●"/>
              <a:defRPr sz="2000">
                <a:solidFill>
                  <a:schemeClr val="lt1"/>
                </a:solidFill>
              </a:defRPr>
            </a:lvl1pPr>
            <a:lvl2pPr indent="-355600" lvl="1" marL="914400">
              <a:lnSpc>
                <a:spcPct val="100000"/>
              </a:lnSpc>
              <a:spcBef>
                <a:spcPts val="0"/>
              </a:spcBef>
              <a:spcAft>
                <a:spcPts val="0"/>
              </a:spcAft>
              <a:buClr>
                <a:schemeClr val="lt1"/>
              </a:buClr>
              <a:buSzPts val="2000"/>
              <a:buFont typeface="Roboto"/>
              <a:buChar char="○"/>
              <a:defRPr sz="2000">
                <a:solidFill>
                  <a:schemeClr val="lt1"/>
                </a:solidFill>
              </a:defRPr>
            </a:lvl2pPr>
            <a:lvl3pPr indent="-355600" lvl="2" marL="1371600">
              <a:lnSpc>
                <a:spcPct val="100000"/>
              </a:lnSpc>
              <a:spcBef>
                <a:spcPts val="0"/>
              </a:spcBef>
              <a:spcAft>
                <a:spcPts val="0"/>
              </a:spcAft>
              <a:buClr>
                <a:schemeClr val="lt1"/>
              </a:buClr>
              <a:buSzPts val="2000"/>
              <a:buFont typeface="Roboto"/>
              <a:buChar char="■"/>
              <a:defRPr sz="2000">
                <a:solidFill>
                  <a:schemeClr val="lt1"/>
                </a:solidFill>
              </a:defRPr>
            </a:lvl3pPr>
            <a:lvl4pPr indent="-355600" lvl="3" marL="1828800">
              <a:lnSpc>
                <a:spcPct val="100000"/>
              </a:lnSpc>
              <a:spcBef>
                <a:spcPts val="0"/>
              </a:spcBef>
              <a:spcAft>
                <a:spcPts val="0"/>
              </a:spcAft>
              <a:buClr>
                <a:schemeClr val="lt1"/>
              </a:buClr>
              <a:buSzPts val="2000"/>
              <a:buFont typeface="Roboto"/>
              <a:buChar char="●"/>
              <a:defRPr sz="2000">
                <a:solidFill>
                  <a:schemeClr val="lt1"/>
                </a:solidFill>
              </a:defRPr>
            </a:lvl4pPr>
            <a:lvl5pPr indent="-355600" lvl="4" marL="2286000">
              <a:lnSpc>
                <a:spcPct val="100000"/>
              </a:lnSpc>
              <a:spcBef>
                <a:spcPts val="0"/>
              </a:spcBef>
              <a:spcAft>
                <a:spcPts val="0"/>
              </a:spcAft>
              <a:buClr>
                <a:schemeClr val="lt1"/>
              </a:buClr>
              <a:buSzPts val="2000"/>
              <a:buFont typeface="Roboto"/>
              <a:buChar char="○"/>
              <a:defRPr sz="2000">
                <a:solidFill>
                  <a:schemeClr val="lt1"/>
                </a:solidFill>
              </a:defRPr>
            </a:lvl5pPr>
            <a:lvl6pPr indent="-355600" lvl="5" marL="2743200">
              <a:lnSpc>
                <a:spcPct val="100000"/>
              </a:lnSpc>
              <a:spcBef>
                <a:spcPts val="0"/>
              </a:spcBef>
              <a:spcAft>
                <a:spcPts val="0"/>
              </a:spcAft>
              <a:buClr>
                <a:schemeClr val="lt1"/>
              </a:buClr>
              <a:buSzPts val="2000"/>
              <a:buFont typeface="Roboto"/>
              <a:buChar char="■"/>
              <a:defRPr sz="2000">
                <a:solidFill>
                  <a:schemeClr val="lt1"/>
                </a:solidFill>
              </a:defRPr>
            </a:lvl6pPr>
            <a:lvl7pPr indent="-355600" lvl="6" marL="3200400">
              <a:lnSpc>
                <a:spcPct val="100000"/>
              </a:lnSpc>
              <a:spcBef>
                <a:spcPts val="0"/>
              </a:spcBef>
              <a:spcAft>
                <a:spcPts val="0"/>
              </a:spcAft>
              <a:buClr>
                <a:schemeClr val="lt1"/>
              </a:buClr>
              <a:buSzPts val="2000"/>
              <a:buFont typeface="Roboto"/>
              <a:buChar char="●"/>
              <a:defRPr sz="2000">
                <a:solidFill>
                  <a:schemeClr val="lt1"/>
                </a:solidFill>
              </a:defRPr>
            </a:lvl7pPr>
            <a:lvl8pPr indent="-355600" lvl="7" marL="3657600">
              <a:lnSpc>
                <a:spcPct val="100000"/>
              </a:lnSpc>
              <a:spcBef>
                <a:spcPts val="0"/>
              </a:spcBef>
              <a:spcAft>
                <a:spcPts val="0"/>
              </a:spcAft>
              <a:buClr>
                <a:schemeClr val="lt1"/>
              </a:buClr>
              <a:buSzPts val="2000"/>
              <a:buFont typeface="Roboto"/>
              <a:buChar char="○"/>
              <a:defRPr sz="2000">
                <a:solidFill>
                  <a:schemeClr val="lt1"/>
                </a:solidFill>
              </a:defRPr>
            </a:lvl8pPr>
            <a:lvl9pPr indent="-355600" lvl="8" marL="4114800">
              <a:lnSpc>
                <a:spcPct val="100000"/>
              </a:lnSpc>
              <a:spcBef>
                <a:spcPts val="0"/>
              </a:spcBef>
              <a:spcAft>
                <a:spcPts val="0"/>
              </a:spcAft>
              <a:buClr>
                <a:schemeClr val="lt1"/>
              </a:buClr>
              <a:buSzPts val="2000"/>
              <a:buFont typeface="Roboto"/>
              <a:buChar char="■"/>
              <a:defRPr sz="2000">
                <a:solidFill>
                  <a:schemeClr val="lt1"/>
                </a:solidFill>
              </a:defRPr>
            </a:lvl9pPr>
          </a:lstStyle>
          <a:p/>
        </p:txBody>
      </p:sp>
      <p:sp>
        <p:nvSpPr>
          <p:cNvPr id="149" name="Google Shape;14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25"/>
          <p:cNvSpPr/>
          <p:nvPr/>
        </p:nvSpPr>
        <p:spPr>
          <a:xfrm flipH="1">
            <a:off x="-2099288" y="669925"/>
            <a:ext cx="4196100" cy="4196100"/>
          </a:xfrm>
          <a:prstGeom prst="pie">
            <a:avLst>
              <a:gd fmla="val 5398085"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51" name="Google Shape;151;p25"/>
          <p:cNvSpPr/>
          <p:nvPr/>
        </p:nvSpPr>
        <p:spPr>
          <a:xfrm>
            <a:off x="7053962" y="669925"/>
            <a:ext cx="4196100" cy="4196100"/>
          </a:xfrm>
          <a:prstGeom prst="pie">
            <a:avLst>
              <a:gd fmla="val 5398085"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1">
    <p:bg>
      <p:bgPr>
        <a:solidFill>
          <a:schemeClr val="lt1"/>
        </a:solidFill>
      </p:bgPr>
    </p:bg>
    <p:spTree>
      <p:nvGrpSpPr>
        <p:cNvPr id="152" name="Shape 152"/>
        <p:cNvGrpSpPr/>
        <p:nvPr/>
      </p:nvGrpSpPr>
      <p:grpSpPr>
        <a:xfrm>
          <a:off x="0" y="0"/>
          <a:ext cx="0" cy="0"/>
          <a:chOff x="0" y="0"/>
          <a:chExt cx="0" cy="0"/>
        </a:xfrm>
      </p:grpSpPr>
      <p:sp>
        <p:nvSpPr>
          <p:cNvPr id="153" name="Google Shape;153;p26"/>
          <p:cNvSpPr txBox="1"/>
          <p:nvPr>
            <p:ph idx="1" type="body"/>
          </p:nvPr>
        </p:nvSpPr>
        <p:spPr>
          <a:xfrm>
            <a:off x="2827800" y="1744500"/>
            <a:ext cx="3488400" cy="2148900"/>
          </a:xfrm>
          <a:prstGeom prst="rect">
            <a:avLst/>
          </a:prstGeom>
        </p:spPr>
        <p:txBody>
          <a:bodyPr anchorCtr="0" anchor="t" bIns="91425" lIns="91425" spcFirstLastPara="1" rIns="91425" wrap="square" tIns="91425">
            <a:normAutofit/>
          </a:bodyPr>
          <a:lstStyle>
            <a:lvl1pPr indent="-355600" lvl="0" marL="457200">
              <a:lnSpc>
                <a:spcPct val="100000"/>
              </a:lnSpc>
              <a:spcBef>
                <a:spcPts val="0"/>
              </a:spcBef>
              <a:spcAft>
                <a:spcPts val="0"/>
              </a:spcAft>
              <a:buSzPts val="2000"/>
              <a:buFont typeface="Roboto"/>
              <a:buChar char="●"/>
              <a:defRPr sz="2000"/>
            </a:lvl1pPr>
            <a:lvl2pPr indent="-355600" lvl="1" marL="914400">
              <a:lnSpc>
                <a:spcPct val="100000"/>
              </a:lnSpc>
              <a:spcBef>
                <a:spcPts val="0"/>
              </a:spcBef>
              <a:spcAft>
                <a:spcPts val="0"/>
              </a:spcAft>
              <a:buSzPts val="2000"/>
              <a:buFont typeface="Roboto"/>
              <a:buChar char="○"/>
              <a:defRPr sz="2000"/>
            </a:lvl2pPr>
            <a:lvl3pPr indent="-355600" lvl="2" marL="1371600">
              <a:lnSpc>
                <a:spcPct val="100000"/>
              </a:lnSpc>
              <a:spcBef>
                <a:spcPts val="0"/>
              </a:spcBef>
              <a:spcAft>
                <a:spcPts val="0"/>
              </a:spcAft>
              <a:buSzPts val="2000"/>
              <a:buFont typeface="Roboto"/>
              <a:buChar char="■"/>
              <a:defRPr sz="2000"/>
            </a:lvl3pPr>
            <a:lvl4pPr indent="-355600" lvl="3" marL="1828800">
              <a:lnSpc>
                <a:spcPct val="100000"/>
              </a:lnSpc>
              <a:spcBef>
                <a:spcPts val="0"/>
              </a:spcBef>
              <a:spcAft>
                <a:spcPts val="0"/>
              </a:spcAft>
              <a:buSzPts val="2000"/>
              <a:buFont typeface="Roboto"/>
              <a:buChar char="●"/>
              <a:defRPr sz="2000"/>
            </a:lvl4pPr>
            <a:lvl5pPr indent="-355600" lvl="4" marL="2286000">
              <a:lnSpc>
                <a:spcPct val="100000"/>
              </a:lnSpc>
              <a:spcBef>
                <a:spcPts val="0"/>
              </a:spcBef>
              <a:spcAft>
                <a:spcPts val="0"/>
              </a:spcAft>
              <a:buSzPts val="2000"/>
              <a:buFont typeface="Roboto"/>
              <a:buChar char="○"/>
              <a:defRPr sz="2000"/>
            </a:lvl5pPr>
            <a:lvl6pPr indent="-355600" lvl="5" marL="2743200">
              <a:lnSpc>
                <a:spcPct val="100000"/>
              </a:lnSpc>
              <a:spcBef>
                <a:spcPts val="0"/>
              </a:spcBef>
              <a:spcAft>
                <a:spcPts val="0"/>
              </a:spcAft>
              <a:buSzPts val="2000"/>
              <a:buFont typeface="Roboto"/>
              <a:buChar char="■"/>
              <a:defRPr sz="2000"/>
            </a:lvl6pPr>
            <a:lvl7pPr indent="-355600" lvl="6" marL="3200400">
              <a:lnSpc>
                <a:spcPct val="100000"/>
              </a:lnSpc>
              <a:spcBef>
                <a:spcPts val="0"/>
              </a:spcBef>
              <a:spcAft>
                <a:spcPts val="0"/>
              </a:spcAft>
              <a:buSzPts val="2000"/>
              <a:buFont typeface="Roboto"/>
              <a:buChar char="●"/>
              <a:defRPr sz="2000"/>
            </a:lvl7pPr>
            <a:lvl8pPr indent="-355600" lvl="7" marL="3657600">
              <a:lnSpc>
                <a:spcPct val="100000"/>
              </a:lnSpc>
              <a:spcBef>
                <a:spcPts val="0"/>
              </a:spcBef>
              <a:spcAft>
                <a:spcPts val="0"/>
              </a:spcAft>
              <a:buSzPts val="2000"/>
              <a:buFont typeface="Roboto"/>
              <a:buChar char="○"/>
              <a:defRPr sz="2000"/>
            </a:lvl8pPr>
            <a:lvl9pPr indent="-355600" lvl="8" marL="4114800">
              <a:lnSpc>
                <a:spcPct val="100000"/>
              </a:lnSpc>
              <a:spcBef>
                <a:spcPts val="0"/>
              </a:spcBef>
              <a:spcAft>
                <a:spcPts val="0"/>
              </a:spcAft>
              <a:buSzPts val="2000"/>
              <a:buFont typeface="Roboto"/>
              <a:buChar char="■"/>
              <a:defRPr sz="2000"/>
            </a:lvl9pPr>
          </a:lstStyle>
          <a:p/>
        </p:txBody>
      </p:sp>
      <p:sp>
        <p:nvSpPr>
          <p:cNvPr id="154" name="Google Shape;15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p:nvPr/>
        </p:nvSpPr>
        <p:spPr>
          <a:xfrm flipH="1">
            <a:off x="-2099288" y="669925"/>
            <a:ext cx="4196100" cy="4196100"/>
          </a:xfrm>
          <a:prstGeom prst="pie">
            <a:avLst>
              <a:gd fmla="val 5398085"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6" name="Google Shape;156;p26"/>
          <p:cNvSpPr/>
          <p:nvPr/>
        </p:nvSpPr>
        <p:spPr>
          <a:xfrm>
            <a:off x="7053962" y="669925"/>
            <a:ext cx="4196100" cy="4196100"/>
          </a:xfrm>
          <a:prstGeom prst="pie">
            <a:avLst>
              <a:gd fmla="val 5398085"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7" name="Google Shape;157;p26"/>
          <p:cNvSpPr txBox="1"/>
          <p:nvPr>
            <p:ph idx="2" type="subTitle"/>
          </p:nvPr>
        </p:nvSpPr>
        <p:spPr>
          <a:xfrm>
            <a:off x="1032600" y="257925"/>
            <a:ext cx="7078800" cy="752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4200"/>
              <a:buFont typeface="Roboto Serif"/>
              <a:buNone/>
              <a:defRPr b="1" sz="4200">
                <a:latin typeface="Roboto Serif"/>
                <a:ea typeface="Roboto Serif"/>
                <a:cs typeface="Roboto Serif"/>
                <a:sym typeface="Roboto Serif"/>
              </a:defRPr>
            </a:lvl1pPr>
            <a:lvl2pPr lvl="1">
              <a:lnSpc>
                <a:spcPct val="100000"/>
              </a:lnSpc>
              <a:spcBef>
                <a:spcPts val="0"/>
              </a:spcBef>
              <a:spcAft>
                <a:spcPts val="0"/>
              </a:spcAft>
              <a:buSzPts val="1400"/>
              <a:buFont typeface="Roboto Serif"/>
              <a:buNone/>
              <a:defRPr b="1">
                <a:latin typeface="Roboto Serif"/>
                <a:ea typeface="Roboto Serif"/>
                <a:cs typeface="Roboto Serif"/>
                <a:sym typeface="Roboto Serif"/>
              </a:defRPr>
            </a:lvl2pPr>
            <a:lvl3pPr lvl="2">
              <a:lnSpc>
                <a:spcPct val="100000"/>
              </a:lnSpc>
              <a:spcBef>
                <a:spcPts val="0"/>
              </a:spcBef>
              <a:spcAft>
                <a:spcPts val="0"/>
              </a:spcAft>
              <a:buSzPts val="1400"/>
              <a:buFont typeface="Roboto Serif"/>
              <a:buNone/>
              <a:defRPr b="1">
                <a:latin typeface="Roboto Serif"/>
                <a:ea typeface="Roboto Serif"/>
                <a:cs typeface="Roboto Serif"/>
                <a:sym typeface="Roboto Serif"/>
              </a:defRPr>
            </a:lvl3pPr>
            <a:lvl4pPr lvl="3">
              <a:lnSpc>
                <a:spcPct val="100000"/>
              </a:lnSpc>
              <a:spcBef>
                <a:spcPts val="0"/>
              </a:spcBef>
              <a:spcAft>
                <a:spcPts val="0"/>
              </a:spcAft>
              <a:buSzPts val="1400"/>
              <a:buFont typeface="Roboto Serif"/>
              <a:buNone/>
              <a:defRPr b="1">
                <a:latin typeface="Roboto Serif"/>
                <a:ea typeface="Roboto Serif"/>
                <a:cs typeface="Roboto Serif"/>
                <a:sym typeface="Roboto Serif"/>
              </a:defRPr>
            </a:lvl4pPr>
            <a:lvl5pPr lvl="4">
              <a:lnSpc>
                <a:spcPct val="100000"/>
              </a:lnSpc>
              <a:spcBef>
                <a:spcPts val="0"/>
              </a:spcBef>
              <a:spcAft>
                <a:spcPts val="0"/>
              </a:spcAft>
              <a:buSzPts val="1400"/>
              <a:buFont typeface="Roboto Serif"/>
              <a:buNone/>
              <a:defRPr b="1">
                <a:latin typeface="Roboto Serif"/>
                <a:ea typeface="Roboto Serif"/>
                <a:cs typeface="Roboto Serif"/>
                <a:sym typeface="Roboto Serif"/>
              </a:defRPr>
            </a:lvl5pPr>
            <a:lvl6pPr lvl="5">
              <a:lnSpc>
                <a:spcPct val="100000"/>
              </a:lnSpc>
              <a:spcBef>
                <a:spcPts val="0"/>
              </a:spcBef>
              <a:spcAft>
                <a:spcPts val="0"/>
              </a:spcAft>
              <a:buSzPts val="1400"/>
              <a:buFont typeface="Roboto Serif"/>
              <a:buNone/>
              <a:defRPr b="1">
                <a:latin typeface="Roboto Serif"/>
                <a:ea typeface="Roboto Serif"/>
                <a:cs typeface="Roboto Serif"/>
                <a:sym typeface="Roboto Serif"/>
              </a:defRPr>
            </a:lvl6pPr>
            <a:lvl7pPr lvl="6">
              <a:lnSpc>
                <a:spcPct val="100000"/>
              </a:lnSpc>
              <a:spcBef>
                <a:spcPts val="0"/>
              </a:spcBef>
              <a:spcAft>
                <a:spcPts val="0"/>
              </a:spcAft>
              <a:buSzPts val="1400"/>
              <a:buFont typeface="Roboto Serif"/>
              <a:buNone/>
              <a:defRPr b="1">
                <a:latin typeface="Roboto Serif"/>
                <a:ea typeface="Roboto Serif"/>
                <a:cs typeface="Roboto Serif"/>
                <a:sym typeface="Roboto Serif"/>
              </a:defRPr>
            </a:lvl7pPr>
            <a:lvl8pPr lvl="7">
              <a:lnSpc>
                <a:spcPct val="100000"/>
              </a:lnSpc>
              <a:spcBef>
                <a:spcPts val="0"/>
              </a:spcBef>
              <a:spcAft>
                <a:spcPts val="0"/>
              </a:spcAft>
              <a:buSzPts val="1400"/>
              <a:buFont typeface="Roboto Serif"/>
              <a:buNone/>
              <a:defRPr b="1">
                <a:latin typeface="Roboto Serif"/>
                <a:ea typeface="Roboto Serif"/>
                <a:cs typeface="Roboto Serif"/>
                <a:sym typeface="Roboto Serif"/>
              </a:defRPr>
            </a:lvl8pPr>
            <a:lvl9pPr lvl="8">
              <a:lnSpc>
                <a:spcPct val="100000"/>
              </a:lnSpc>
              <a:spcBef>
                <a:spcPts val="0"/>
              </a:spcBef>
              <a:spcAft>
                <a:spcPts val="0"/>
              </a:spcAft>
              <a:buSzPts val="1400"/>
              <a:buFont typeface="Roboto Serif"/>
              <a:buNone/>
              <a:defRPr b="1">
                <a:latin typeface="Roboto Serif"/>
                <a:ea typeface="Roboto Serif"/>
                <a:cs typeface="Roboto Serif"/>
                <a:sym typeface="Roboto Serif"/>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type="twoColTx">
  <p:cSld name="TITLE_AND_TWO_COLUMNS">
    <p:spTree>
      <p:nvGrpSpPr>
        <p:cNvPr id="158" name="Shape 158"/>
        <p:cNvGrpSpPr/>
        <p:nvPr/>
      </p:nvGrpSpPr>
      <p:grpSpPr>
        <a:xfrm>
          <a:off x="0" y="0"/>
          <a:ext cx="0" cy="0"/>
          <a:chOff x="0" y="0"/>
          <a:chExt cx="0" cy="0"/>
        </a:xfrm>
      </p:grpSpPr>
      <p:sp>
        <p:nvSpPr>
          <p:cNvPr id="159" name="Google Shape;159;p27"/>
          <p:cNvSpPr txBox="1"/>
          <p:nvPr>
            <p:ph idx="1" type="body"/>
          </p:nvPr>
        </p:nvSpPr>
        <p:spPr>
          <a:xfrm>
            <a:off x="4269825" y="1524575"/>
            <a:ext cx="4562400" cy="2817000"/>
          </a:xfrm>
          <a:prstGeom prst="rect">
            <a:avLst/>
          </a:prstGeom>
        </p:spPr>
        <p:txBody>
          <a:bodyPr anchorCtr="0" anchor="ctr" bIns="91425" lIns="91425" spcFirstLastPara="1" rIns="91425" wrap="square" tIns="91425">
            <a:normAutofit/>
          </a:bodyPr>
          <a:lstStyle>
            <a:lvl1pPr indent="-317500" lvl="0" marL="457200">
              <a:lnSpc>
                <a:spcPct val="100000"/>
              </a:lnSpc>
              <a:spcBef>
                <a:spcPts val="0"/>
              </a:spcBef>
              <a:spcAft>
                <a:spcPts val="0"/>
              </a:spcAft>
              <a:buSzPts val="1400"/>
              <a:buChar char="●"/>
              <a:defRPr/>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160" name="Google Shape;16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1" name="Google Shape;161;p27"/>
          <p:cNvSpPr txBox="1"/>
          <p:nvPr>
            <p:ph idx="2" type="subTitle"/>
          </p:nvPr>
        </p:nvSpPr>
        <p:spPr>
          <a:xfrm>
            <a:off x="1032600" y="257925"/>
            <a:ext cx="7078800" cy="752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4200"/>
              <a:buFont typeface="Roboto Serif"/>
              <a:buNone/>
              <a:defRPr b="1" sz="4200">
                <a:latin typeface="Roboto Serif"/>
                <a:ea typeface="Roboto Serif"/>
                <a:cs typeface="Roboto Serif"/>
                <a:sym typeface="Roboto Serif"/>
              </a:defRPr>
            </a:lvl1pPr>
            <a:lvl2pPr lvl="1">
              <a:lnSpc>
                <a:spcPct val="100000"/>
              </a:lnSpc>
              <a:spcBef>
                <a:spcPts val="0"/>
              </a:spcBef>
              <a:spcAft>
                <a:spcPts val="0"/>
              </a:spcAft>
              <a:buSzPts val="1400"/>
              <a:buFont typeface="Roboto Serif"/>
              <a:buNone/>
              <a:defRPr b="1">
                <a:latin typeface="Roboto Serif"/>
                <a:ea typeface="Roboto Serif"/>
                <a:cs typeface="Roboto Serif"/>
                <a:sym typeface="Roboto Serif"/>
              </a:defRPr>
            </a:lvl2pPr>
            <a:lvl3pPr lvl="2">
              <a:lnSpc>
                <a:spcPct val="100000"/>
              </a:lnSpc>
              <a:spcBef>
                <a:spcPts val="0"/>
              </a:spcBef>
              <a:spcAft>
                <a:spcPts val="0"/>
              </a:spcAft>
              <a:buSzPts val="1400"/>
              <a:buFont typeface="Roboto Serif"/>
              <a:buNone/>
              <a:defRPr b="1">
                <a:latin typeface="Roboto Serif"/>
                <a:ea typeface="Roboto Serif"/>
                <a:cs typeface="Roboto Serif"/>
                <a:sym typeface="Roboto Serif"/>
              </a:defRPr>
            </a:lvl3pPr>
            <a:lvl4pPr lvl="3">
              <a:lnSpc>
                <a:spcPct val="100000"/>
              </a:lnSpc>
              <a:spcBef>
                <a:spcPts val="0"/>
              </a:spcBef>
              <a:spcAft>
                <a:spcPts val="0"/>
              </a:spcAft>
              <a:buSzPts val="1400"/>
              <a:buFont typeface="Roboto Serif"/>
              <a:buNone/>
              <a:defRPr b="1">
                <a:latin typeface="Roboto Serif"/>
                <a:ea typeface="Roboto Serif"/>
                <a:cs typeface="Roboto Serif"/>
                <a:sym typeface="Roboto Serif"/>
              </a:defRPr>
            </a:lvl4pPr>
            <a:lvl5pPr lvl="4">
              <a:lnSpc>
                <a:spcPct val="100000"/>
              </a:lnSpc>
              <a:spcBef>
                <a:spcPts val="0"/>
              </a:spcBef>
              <a:spcAft>
                <a:spcPts val="0"/>
              </a:spcAft>
              <a:buSzPts val="1400"/>
              <a:buFont typeface="Roboto Serif"/>
              <a:buNone/>
              <a:defRPr b="1">
                <a:latin typeface="Roboto Serif"/>
                <a:ea typeface="Roboto Serif"/>
                <a:cs typeface="Roboto Serif"/>
                <a:sym typeface="Roboto Serif"/>
              </a:defRPr>
            </a:lvl5pPr>
            <a:lvl6pPr lvl="5">
              <a:lnSpc>
                <a:spcPct val="100000"/>
              </a:lnSpc>
              <a:spcBef>
                <a:spcPts val="0"/>
              </a:spcBef>
              <a:spcAft>
                <a:spcPts val="0"/>
              </a:spcAft>
              <a:buSzPts val="1400"/>
              <a:buFont typeface="Roboto Serif"/>
              <a:buNone/>
              <a:defRPr b="1">
                <a:latin typeface="Roboto Serif"/>
                <a:ea typeface="Roboto Serif"/>
                <a:cs typeface="Roboto Serif"/>
                <a:sym typeface="Roboto Serif"/>
              </a:defRPr>
            </a:lvl6pPr>
            <a:lvl7pPr lvl="6">
              <a:lnSpc>
                <a:spcPct val="100000"/>
              </a:lnSpc>
              <a:spcBef>
                <a:spcPts val="0"/>
              </a:spcBef>
              <a:spcAft>
                <a:spcPts val="0"/>
              </a:spcAft>
              <a:buSzPts val="1400"/>
              <a:buFont typeface="Roboto Serif"/>
              <a:buNone/>
              <a:defRPr b="1">
                <a:latin typeface="Roboto Serif"/>
                <a:ea typeface="Roboto Serif"/>
                <a:cs typeface="Roboto Serif"/>
                <a:sym typeface="Roboto Serif"/>
              </a:defRPr>
            </a:lvl7pPr>
            <a:lvl8pPr lvl="7">
              <a:lnSpc>
                <a:spcPct val="100000"/>
              </a:lnSpc>
              <a:spcBef>
                <a:spcPts val="0"/>
              </a:spcBef>
              <a:spcAft>
                <a:spcPts val="0"/>
              </a:spcAft>
              <a:buSzPts val="1400"/>
              <a:buFont typeface="Roboto Serif"/>
              <a:buNone/>
              <a:defRPr b="1">
                <a:latin typeface="Roboto Serif"/>
                <a:ea typeface="Roboto Serif"/>
                <a:cs typeface="Roboto Serif"/>
                <a:sym typeface="Roboto Serif"/>
              </a:defRPr>
            </a:lvl8pPr>
            <a:lvl9pPr lvl="8">
              <a:lnSpc>
                <a:spcPct val="100000"/>
              </a:lnSpc>
              <a:spcBef>
                <a:spcPts val="0"/>
              </a:spcBef>
              <a:spcAft>
                <a:spcPts val="0"/>
              </a:spcAft>
              <a:buSzPts val="1400"/>
              <a:buFont typeface="Roboto Serif"/>
              <a:buNone/>
              <a:defRPr b="1">
                <a:latin typeface="Roboto Serif"/>
                <a:ea typeface="Roboto Serif"/>
                <a:cs typeface="Roboto Serif"/>
                <a:sym typeface="Roboto Serif"/>
              </a:defRPr>
            </a:lvl9pPr>
          </a:lstStyle>
          <a:p/>
        </p:txBody>
      </p:sp>
      <p:sp>
        <p:nvSpPr>
          <p:cNvPr id="162" name="Google Shape;162;p27"/>
          <p:cNvSpPr/>
          <p:nvPr/>
        </p:nvSpPr>
        <p:spPr>
          <a:xfrm>
            <a:off x="283475" y="1477523"/>
            <a:ext cx="3185700" cy="31857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5600">
              <a:solidFill>
                <a:schemeClr val="dk1"/>
              </a:solidFill>
              <a:latin typeface="Roboto Serif Medium"/>
              <a:ea typeface="Roboto Serif Medium"/>
              <a:cs typeface="Roboto Serif Medium"/>
              <a:sym typeface="Roboto Serif Medium"/>
            </a:endParaRPr>
          </a:p>
        </p:txBody>
      </p:sp>
      <p:sp>
        <p:nvSpPr>
          <p:cNvPr id="163" name="Google Shape;163;p27"/>
          <p:cNvSpPr/>
          <p:nvPr>
            <p:ph idx="3" type="pic"/>
          </p:nvPr>
        </p:nvSpPr>
        <p:spPr>
          <a:xfrm>
            <a:off x="471125" y="1278125"/>
            <a:ext cx="3309900" cy="3309900"/>
          </a:xfrm>
          <a:prstGeom prst="ellipse">
            <a:avLst/>
          </a:prstGeom>
          <a:noFill/>
          <a:ln cap="flat" cmpd="sng" w="19050">
            <a:solidFill>
              <a:schemeClr val="dk1"/>
            </a:solidFill>
            <a:prstDash val="solid"/>
            <a:round/>
            <a:headEnd len="sm" w="sm" type="none"/>
            <a:tailEnd len="sm" w="sm" type="none"/>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type="titleOnly">
  <p:cSld name="TITLE_ONLY">
    <p:spTree>
      <p:nvGrpSpPr>
        <p:cNvPr id="164" name="Shape 164"/>
        <p:cNvGrpSpPr/>
        <p:nvPr/>
      </p:nvGrpSpPr>
      <p:grpSpPr>
        <a:xfrm>
          <a:off x="0" y="0"/>
          <a:ext cx="0" cy="0"/>
          <a:chOff x="0" y="0"/>
          <a:chExt cx="0" cy="0"/>
        </a:xfrm>
      </p:grpSpPr>
      <p:sp>
        <p:nvSpPr>
          <p:cNvPr id="165" name="Google Shape;16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8"/>
          <p:cNvSpPr txBox="1"/>
          <p:nvPr>
            <p:ph idx="1" type="subTitle"/>
          </p:nvPr>
        </p:nvSpPr>
        <p:spPr>
          <a:xfrm>
            <a:off x="1032600" y="257925"/>
            <a:ext cx="7078800" cy="752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4200"/>
              <a:buFont typeface="Roboto Serif"/>
              <a:buNone/>
              <a:defRPr b="1" sz="4200">
                <a:latin typeface="Roboto Serif"/>
                <a:ea typeface="Roboto Serif"/>
                <a:cs typeface="Roboto Serif"/>
                <a:sym typeface="Roboto Serif"/>
              </a:defRPr>
            </a:lvl1pPr>
            <a:lvl2pPr lvl="1">
              <a:lnSpc>
                <a:spcPct val="100000"/>
              </a:lnSpc>
              <a:spcBef>
                <a:spcPts val="0"/>
              </a:spcBef>
              <a:spcAft>
                <a:spcPts val="0"/>
              </a:spcAft>
              <a:buSzPts val="1400"/>
              <a:buFont typeface="Roboto Serif"/>
              <a:buNone/>
              <a:defRPr b="1">
                <a:latin typeface="Roboto Serif"/>
                <a:ea typeface="Roboto Serif"/>
                <a:cs typeface="Roboto Serif"/>
                <a:sym typeface="Roboto Serif"/>
              </a:defRPr>
            </a:lvl2pPr>
            <a:lvl3pPr lvl="2">
              <a:lnSpc>
                <a:spcPct val="100000"/>
              </a:lnSpc>
              <a:spcBef>
                <a:spcPts val="0"/>
              </a:spcBef>
              <a:spcAft>
                <a:spcPts val="0"/>
              </a:spcAft>
              <a:buSzPts val="1400"/>
              <a:buFont typeface="Roboto Serif"/>
              <a:buNone/>
              <a:defRPr b="1">
                <a:latin typeface="Roboto Serif"/>
                <a:ea typeface="Roboto Serif"/>
                <a:cs typeface="Roboto Serif"/>
                <a:sym typeface="Roboto Serif"/>
              </a:defRPr>
            </a:lvl3pPr>
            <a:lvl4pPr lvl="3">
              <a:lnSpc>
                <a:spcPct val="100000"/>
              </a:lnSpc>
              <a:spcBef>
                <a:spcPts val="0"/>
              </a:spcBef>
              <a:spcAft>
                <a:spcPts val="0"/>
              </a:spcAft>
              <a:buSzPts val="1400"/>
              <a:buFont typeface="Roboto Serif"/>
              <a:buNone/>
              <a:defRPr b="1">
                <a:latin typeface="Roboto Serif"/>
                <a:ea typeface="Roboto Serif"/>
                <a:cs typeface="Roboto Serif"/>
                <a:sym typeface="Roboto Serif"/>
              </a:defRPr>
            </a:lvl4pPr>
            <a:lvl5pPr lvl="4">
              <a:lnSpc>
                <a:spcPct val="100000"/>
              </a:lnSpc>
              <a:spcBef>
                <a:spcPts val="0"/>
              </a:spcBef>
              <a:spcAft>
                <a:spcPts val="0"/>
              </a:spcAft>
              <a:buSzPts val="1400"/>
              <a:buFont typeface="Roboto Serif"/>
              <a:buNone/>
              <a:defRPr b="1">
                <a:latin typeface="Roboto Serif"/>
                <a:ea typeface="Roboto Serif"/>
                <a:cs typeface="Roboto Serif"/>
                <a:sym typeface="Roboto Serif"/>
              </a:defRPr>
            </a:lvl5pPr>
            <a:lvl6pPr lvl="5">
              <a:lnSpc>
                <a:spcPct val="100000"/>
              </a:lnSpc>
              <a:spcBef>
                <a:spcPts val="0"/>
              </a:spcBef>
              <a:spcAft>
                <a:spcPts val="0"/>
              </a:spcAft>
              <a:buSzPts val="1400"/>
              <a:buFont typeface="Roboto Serif"/>
              <a:buNone/>
              <a:defRPr b="1">
                <a:latin typeface="Roboto Serif"/>
                <a:ea typeface="Roboto Serif"/>
                <a:cs typeface="Roboto Serif"/>
                <a:sym typeface="Roboto Serif"/>
              </a:defRPr>
            </a:lvl6pPr>
            <a:lvl7pPr lvl="6">
              <a:lnSpc>
                <a:spcPct val="100000"/>
              </a:lnSpc>
              <a:spcBef>
                <a:spcPts val="0"/>
              </a:spcBef>
              <a:spcAft>
                <a:spcPts val="0"/>
              </a:spcAft>
              <a:buSzPts val="1400"/>
              <a:buFont typeface="Roboto Serif"/>
              <a:buNone/>
              <a:defRPr b="1">
                <a:latin typeface="Roboto Serif"/>
                <a:ea typeface="Roboto Serif"/>
                <a:cs typeface="Roboto Serif"/>
                <a:sym typeface="Roboto Serif"/>
              </a:defRPr>
            </a:lvl7pPr>
            <a:lvl8pPr lvl="7">
              <a:lnSpc>
                <a:spcPct val="100000"/>
              </a:lnSpc>
              <a:spcBef>
                <a:spcPts val="0"/>
              </a:spcBef>
              <a:spcAft>
                <a:spcPts val="0"/>
              </a:spcAft>
              <a:buSzPts val="1400"/>
              <a:buFont typeface="Roboto Serif"/>
              <a:buNone/>
              <a:defRPr b="1">
                <a:latin typeface="Roboto Serif"/>
                <a:ea typeface="Roboto Serif"/>
                <a:cs typeface="Roboto Serif"/>
                <a:sym typeface="Roboto Serif"/>
              </a:defRPr>
            </a:lvl8pPr>
            <a:lvl9pPr lvl="8">
              <a:lnSpc>
                <a:spcPct val="100000"/>
              </a:lnSpc>
              <a:spcBef>
                <a:spcPts val="0"/>
              </a:spcBef>
              <a:spcAft>
                <a:spcPts val="0"/>
              </a:spcAft>
              <a:buSzPts val="1400"/>
              <a:buFont typeface="Roboto Serif"/>
              <a:buNone/>
              <a:defRPr b="1">
                <a:latin typeface="Roboto Serif"/>
                <a:ea typeface="Roboto Serif"/>
                <a:cs typeface="Roboto Serif"/>
                <a:sym typeface="Roboto Serif"/>
              </a:defRPr>
            </a:lvl9pPr>
          </a:lstStyle>
          <a:p/>
        </p:txBody>
      </p:sp>
      <p:sp>
        <p:nvSpPr>
          <p:cNvPr id="167" name="Google Shape;167;p28"/>
          <p:cNvSpPr/>
          <p:nvPr/>
        </p:nvSpPr>
        <p:spPr>
          <a:xfrm flipH="1">
            <a:off x="-1649150" y="1434888"/>
            <a:ext cx="2273700" cy="2273700"/>
          </a:xfrm>
          <a:prstGeom prst="pie">
            <a:avLst>
              <a:gd fmla="val 5398085"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8" name="Google Shape;168;p28"/>
          <p:cNvSpPr/>
          <p:nvPr/>
        </p:nvSpPr>
        <p:spPr>
          <a:xfrm flipH="1" rot="10800000">
            <a:off x="8519450" y="1434888"/>
            <a:ext cx="2273700" cy="2273700"/>
          </a:xfrm>
          <a:prstGeom prst="pie">
            <a:avLst>
              <a:gd fmla="val 5398085"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9" name="Google Shape;169;p28"/>
          <p:cNvSpPr/>
          <p:nvPr>
            <p:ph idx="2" type="pic"/>
          </p:nvPr>
        </p:nvSpPr>
        <p:spPr>
          <a:xfrm>
            <a:off x="893000" y="1434888"/>
            <a:ext cx="2273700" cy="2273700"/>
          </a:xfrm>
          <a:prstGeom prst="ellipse">
            <a:avLst/>
          </a:prstGeom>
          <a:noFill/>
          <a:ln cap="flat" cmpd="sng" w="19050">
            <a:solidFill>
              <a:schemeClr val="dk1"/>
            </a:solidFill>
            <a:prstDash val="solid"/>
            <a:round/>
            <a:headEnd len="sm" w="sm" type="none"/>
            <a:tailEnd len="sm" w="sm" type="none"/>
          </a:ln>
        </p:spPr>
      </p:sp>
      <p:sp>
        <p:nvSpPr>
          <p:cNvPr id="170" name="Google Shape;170;p28"/>
          <p:cNvSpPr txBox="1"/>
          <p:nvPr>
            <p:ph idx="3" type="subTitle"/>
          </p:nvPr>
        </p:nvSpPr>
        <p:spPr>
          <a:xfrm>
            <a:off x="956150" y="3857063"/>
            <a:ext cx="2147400" cy="258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Font typeface="Roboto Medium"/>
              <a:buNone/>
              <a:defRPr>
                <a:latin typeface="Roboto Medium"/>
                <a:ea typeface="Roboto Medium"/>
                <a:cs typeface="Roboto Medium"/>
                <a:sym typeface="Roboto Medium"/>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1" name="Google Shape;171;p28"/>
          <p:cNvSpPr txBox="1"/>
          <p:nvPr>
            <p:ph idx="4" type="body"/>
          </p:nvPr>
        </p:nvSpPr>
        <p:spPr>
          <a:xfrm>
            <a:off x="956150" y="4115766"/>
            <a:ext cx="2147400" cy="393600"/>
          </a:xfrm>
          <a:prstGeom prst="rect">
            <a:avLst/>
          </a:prstGeom>
        </p:spPr>
        <p:txBody>
          <a:bodyPr anchorCtr="0" anchor="ctr" bIns="91425" lIns="91425" spcFirstLastPara="1" rIns="91425" wrap="square" tIns="91425">
            <a:noAutofit/>
          </a:bodyPr>
          <a:lstStyle>
            <a:lvl1pPr indent="-304800" lvl="0" marL="457200" algn="ctr">
              <a:lnSpc>
                <a:spcPct val="100000"/>
              </a:lnSpc>
              <a:spcBef>
                <a:spcPts val="0"/>
              </a:spcBef>
              <a:spcAft>
                <a:spcPts val="0"/>
              </a:spcAft>
              <a:buSzPts val="1200"/>
              <a:buFont typeface="Roboto"/>
              <a:buChar char="●"/>
              <a:defRPr sz="1200"/>
            </a:lvl1pPr>
            <a:lvl2pPr indent="-304800" lvl="1" marL="914400" algn="ctr">
              <a:spcBef>
                <a:spcPts val="0"/>
              </a:spcBef>
              <a:spcAft>
                <a:spcPts val="0"/>
              </a:spcAft>
              <a:buSzPts val="1200"/>
              <a:buFont typeface="Roboto"/>
              <a:buChar char="○"/>
              <a:defRPr sz="1200"/>
            </a:lvl2pPr>
            <a:lvl3pPr indent="-304800" lvl="2" marL="1371600" algn="ctr">
              <a:spcBef>
                <a:spcPts val="0"/>
              </a:spcBef>
              <a:spcAft>
                <a:spcPts val="0"/>
              </a:spcAft>
              <a:buSzPts val="1200"/>
              <a:buFont typeface="Roboto"/>
              <a:buChar char="■"/>
              <a:defRPr sz="1200"/>
            </a:lvl3pPr>
            <a:lvl4pPr indent="-304800" lvl="3" marL="1828800" algn="ctr">
              <a:spcBef>
                <a:spcPts val="0"/>
              </a:spcBef>
              <a:spcAft>
                <a:spcPts val="0"/>
              </a:spcAft>
              <a:buSzPts val="1200"/>
              <a:buFont typeface="Roboto"/>
              <a:buChar char="●"/>
              <a:defRPr sz="1200"/>
            </a:lvl4pPr>
            <a:lvl5pPr indent="-304800" lvl="4" marL="2286000" algn="ctr">
              <a:spcBef>
                <a:spcPts val="0"/>
              </a:spcBef>
              <a:spcAft>
                <a:spcPts val="0"/>
              </a:spcAft>
              <a:buSzPts val="1200"/>
              <a:buFont typeface="Roboto"/>
              <a:buChar char="○"/>
              <a:defRPr sz="1200"/>
            </a:lvl5pPr>
            <a:lvl6pPr indent="-304800" lvl="5" marL="2743200" algn="ctr">
              <a:spcBef>
                <a:spcPts val="0"/>
              </a:spcBef>
              <a:spcAft>
                <a:spcPts val="0"/>
              </a:spcAft>
              <a:buSzPts val="1200"/>
              <a:buFont typeface="Roboto"/>
              <a:buChar char="■"/>
              <a:defRPr sz="1200"/>
            </a:lvl6pPr>
            <a:lvl7pPr indent="-304800" lvl="6" marL="3200400" algn="ctr">
              <a:spcBef>
                <a:spcPts val="0"/>
              </a:spcBef>
              <a:spcAft>
                <a:spcPts val="0"/>
              </a:spcAft>
              <a:buSzPts val="1200"/>
              <a:buFont typeface="Roboto"/>
              <a:buChar char="●"/>
              <a:defRPr sz="1200"/>
            </a:lvl7pPr>
            <a:lvl8pPr indent="-304800" lvl="7" marL="3657600" algn="ctr">
              <a:spcBef>
                <a:spcPts val="0"/>
              </a:spcBef>
              <a:spcAft>
                <a:spcPts val="0"/>
              </a:spcAft>
              <a:buSzPts val="1200"/>
              <a:buFont typeface="Roboto"/>
              <a:buChar char="○"/>
              <a:defRPr sz="1200"/>
            </a:lvl8pPr>
            <a:lvl9pPr indent="-304800" lvl="8" marL="4114800" algn="ctr">
              <a:spcBef>
                <a:spcPts val="0"/>
              </a:spcBef>
              <a:spcAft>
                <a:spcPts val="0"/>
              </a:spcAft>
              <a:buSzPts val="1200"/>
              <a:buFont typeface="Roboto"/>
              <a:buChar char="■"/>
              <a:defRPr sz="1200"/>
            </a:lvl9pPr>
          </a:lstStyle>
          <a:p/>
        </p:txBody>
      </p:sp>
      <p:sp>
        <p:nvSpPr>
          <p:cNvPr id="172" name="Google Shape;172;p28"/>
          <p:cNvSpPr/>
          <p:nvPr>
            <p:ph idx="5" type="pic"/>
          </p:nvPr>
        </p:nvSpPr>
        <p:spPr>
          <a:xfrm>
            <a:off x="3435150" y="1434888"/>
            <a:ext cx="2273700" cy="2273700"/>
          </a:xfrm>
          <a:prstGeom prst="ellipse">
            <a:avLst/>
          </a:prstGeom>
          <a:noFill/>
          <a:ln cap="flat" cmpd="sng" w="19050">
            <a:solidFill>
              <a:schemeClr val="dk1"/>
            </a:solidFill>
            <a:prstDash val="solid"/>
            <a:round/>
            <a:headEnd len="sm" w="sm" type="none"/>
            <a:tailEnd len="sm" w="sm" type="none"/>
          </a:ln>
        </p:spPr>
      </p:sp>
      <p:sp>
        <p:nvSpPr>
          <p:cNvPr id="173" name="Google Shape;173;p28"/>
          <p:cNvSpPr/>
          <p:nvPr>
            <p:ph idx="6" type="pic"/>
          </p:nvPr>
        </p:nvSpPr>
        <p:spPr>
          <a:xfrm>
            <a:off x="5977300" y="1434888"/>
            <a:ext cx="2273700" cy="2273700"/>
          </a:xfrm>
          <a:prstGeom prst="ellipse">
            <a:avLst/>
          </a:prstGeom>
          <a:noFill/>
          <a:ln cap="flat" cmpd="sng" w="19050">
            <a:solidFill>
              <a:schemeClr val="dk1"/>
            </a:solidFill>
            <a:prstDash val="solid"/>
            <a:round/>
            <a:headEnd len="sm" w="sm" type="none"/>
            <a:tailEnd len="sm" w="sm" type="none"/>
          </a:ln>
        </p:spPr>
      </p:sp>
      <p:sp>
        <p:nvSpPr>
          <p:cNvPr id="174" name="Google Shape;174;p28"/>
          <p:cNvSpPr txBox="1"/>
          <p:nvPr>
            <p:ph idx="7" type="subTitle"/>
          </p:nvPr>
        </p:nvSpPr>
        <p:spPr>
          <a:xfrm>
            <a:off x="3498300" y="3857063"/>
            <a:ext cx="2147400" cy="258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Font typeface="Roboto Medium"/>
              <a:buNone/>
              <a:defRPr>
                <a:latin typeface="Roboto Medium"/>
                <a:ea typeface="Roboto Medium"/>
                <a:cs typeface="Roboto Medium"/>
                <a:sym typeface="Roboto Medium"/>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5" name="Google Shape;175;p28"/>
          <p:cNvSpPr txBox="1"/>
          <p:nvPr>
            <p:ph idx="8" type="body"/>
          </p:nvPr>
        </p:nvSpPr>
        <p:spPr>
          <a:xfrm>
            <a:off x="3498300" y="4115766"/>
            <a:ext cx="2147400" cy="393600"/>
          </a:xfrm>
          <a:prstGeom prst="rect">
            <a:avLst/>
          </a:prstGeom>
        </p:spPr>
        <p:txBody>
          <a:bodyPr anchorCtr="0" anchor="ctr" bIns="91425" lIns="91425" spcFirstLastPara="1" rIns="91425" wrap="square" tIns="91425">
            <a:noAutofit/>
          </a:bodyPr>
          <a:lstStyle>
            <a:lvl1pPr indent="-304800" lvl="0" marL="457200" algn="ctr">
              <a:lnSpc>
                <a:spcPct val="100000"/>
              </a:lnSpc>
              <a:spcBef>
                <a:spcPts val="0"/>
              </a:spcBef>
              <a:spcAft>
                <a:spcPts val="0"/>
              </a:spcAft>
              <a:buSzPts val="1200"/>
              <a:buFont typeface="Roboto"/>
              <a:buChar char="●"/>
              <a:defRPr sz="1200"/>
            </a:lvl1pPr>
            <a:lvl2pPr indent="-304800" lvl="1" marL="914400" algn="ctr">
              <a:spcBef>
                <a:spcPts val="0"/>
              </a:spcBef>
              <a:spcAft>
                <a:spcPts val="0"/>
              </a:spcAft>
              <a:buSzPts val="1200"/>
              <a:buFont typeface="Roboto"/>
              <a:buChar char="○"/>
              <a:defRPr sz="1200"/>
            </a:lvl2pPr>
            <a:lvl3pPr indent="-304800" lvl="2" marL="1371600" algn="ctr">
              <a:spcBef>
                <a:spcPts val="0"/>
              </a:spcBef>
              <a:spcAft>
                <a:spcPts val="0"/>
              </a:spcAft>
              <a:buSzPts val="1200"/>
              <a:buFont typeface="Roboto"/>
              <a:buChar char="■"/>
              <a:defRPr sz="1200"/>
            </a:lvl3pPr>
            <a:lvl4pPr indent="-304800" lvl="3" marL="1828800" algn="ctr">
              <a:spcBef>
                <a:spcPts val="0"/>
              </a:spcBef>
              <a:spcAft>
                <a:spcPts val="0"/>
              </a:spcAft>
              <a:buSzPts val="1200"/>
              <a:buFont typeface="Roboto"/>
              <a:buChar char="●"/>
              <a:defRPr sz="1200"/>
            </a:lvl4pPr>
            <a:lvl5pPr indent="-304800" lvl="4" marL="2286000" algn="ctr">
              <a:spcBef>
                <a:spcPts val="0"/>
              </a:spcBef>
              <a:spcAft>
                <a:spcPts val="0"/>
              </a:spcAft>
              <a:buSzPts val="1200"/>
              <a:buFont typeface="Roboto"/>
              <a:buChar char="○"/>
              <a:defRPr sz="1200"/>
            </a:lvl5pPr>
            <a:lvl6pPr indent="-304800" lvl="5" marL="2743200" algn="ctr">
              <a:spcBef>
                <a:spcPts val="0"/>
              </a:spcBef>
              <a:spcAft>
                <a:spcPts val="0"/>
              </a:spcAft>
              <a:buSzPts val="1200"/>
              <a:buFont typeface="Roboto"/>
              <a:buChar char="■"/>
              <a:defRPr sz="1200"/>
            </a:lvl6pPr>
            <a:lvl7pPr indent="-304800" lvl="6" marL="3200400" algn="ctr">
              <a:spcBef>
                <a:spcPts val="0"/>
              </a:spcBef>
              <a:spcAft>
                <a:spcPts val="0"/>
              </a:spcAft>
              <a:buSzPts val="1200"/>
              <a:buFont typeface="Roboto"/>
              <a:buChar char="●"/>
              <a:defRPr sz="1200"/>
            </a:lvl7pPr>
            <a:lvl8pPr indent="-304800" lvl="7" marL="3657600" algn="ctr">
              <a:spcBef>
                <a:spcPts val="0"/>
              </a:spcBef>
              <a:spcAft>
                <a:spcPts val="0"/>
              </a:spcAft>
              <a:buSzPts val="1200"/>
              <a:buFont typeface="Roboto"/>
              <a:buChar char="○"/>
              <a:defRPr sz="1200"/>
            </a:lvl8pPr>
            <a:lvl9pPr indent="-304800" lvl="8" marL="4114800" algn="ctr">
              <a:spcBef>
                <a:spcPts val="0"/>
              </a:spcBef>
              <a:spcAft>
                <a:spcPts val="0"/>
              </a:spcAft>
              <a:buSzPts val="1200"/>
              <a:buFont typeface="Roboto"/>
              <a:buChar char="■"/>
              <a:defRPr sz="1200"/>
            </a:lvl9pPr>
          </a:lstStyle>
          <a:p/>
        </p:txBody>
      </p:sp>
      <p:sp>
        <p:nvSpPr>
          <p:cNvPr id="176" name="Google Shape;176;p28"/>
          <p:cNvSpPr txBox="1"/>
          <p:nvPr>
            <p:ph idx="9" type="subTitle"/>
          </p:nvPr>
        </p:nvSpPr>
        <p:spPr>
          <a:xfrm>
            <a:off x="6040450" y="3857063"/>
            <a:ext cx="2147400" cy="258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Font typeface="Roboto Medium"/>
              <a:buNone/>
              <a:defRPr>
                <a:latin typeface="Roboto Medium"/>
                <a:ea typeface="Roboto Medium"/>
                <a:cs typeface="Roboto Medium"/>
                <a:sym typeface="Roboto Medium"/>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7" name="Google Shape;177;p28"/>
          <p:cNvSpPr txBox="1"/>
          <p:nvPr>
            <p:ph idx="13" type="body"/>
          </p:nvPr>
        </p:nvSpPr>
        <p:spPr>
          <a:xfrm>
            <a:off x="6040450" y="4115766"/>
            <a:ext cx="2147400" cy="393600"/>
          </a:xfrm>
          <a:prstGeom prst="rect">
            <a:avLst/>
          </a:prstGeom>
        </p:spPr>
        <p:txBody>
          <a:bodyPr anchorCtr="0" anchor="ctr" bIns="91425" lIns="91425" spcFirstLastPara="1" rIns="91425" wrap="square" tIns="91425">
            <a:noAutofit/>
          </a:bodyPr>
          <a:lstStyle>
            <a:lvl1pPr indent="-304800" lvl="0" marL="457200" algn="ctr">
              <a:lnSpc>
                <a:spcPct val="100000"/>
              </a:lnSpc>
              <a:spcBef>
                <a:spcPts val="0"/>
              </a:spcBef>
              <a:spcAft>
                <a:spcPts val="0"/>
              </a:spcAft>
              <a:buSzPts val="1200"/>
              <a:buFont typeface="Roboto"/>
              <a:buChar char="●"/>
              <a:defRPr sz="1200"/>
            </a:lvl1pPr>
            <a:lvl2pPr indent="-304800" lvl="1" marL="914400" algn="ctr">
              <a:spcBef>
                <a:spcPts val="0"/>
              </a:spcBef>
              <a:spcAft>
                <a:spcPts val="0"/>
              </a:spcAft>
              <a:buSzPts val="1200"/>
              <a:buFont typeface="Roboto"/>
              <a:buChar char="○"/>
              <a:defRPr sz="1200"/>
            </a:lvl2pPr>
            <a:lvl3pPr indent="-304800" lvl="2" marL="1371600" algn="ctr">
              <a:spcBef>
                <a:spcPts val="0"/>
              </a:spcBef>
              <a:spcAft>
                <a:spcPts val="0"/>
              </a:spcAft>
              <a:buSzPts val="1200"/>
              <a:buFont typeface="Roboto"/>
              <a:buChar char="■"/>
              <a:defRPr sz="1200"/>
            </a:lvl3pPr>
            <a:lvl4pPr indent="-304800" lvl="3" marL="1828800" algn="ctr">
              <a:spcBef>
                <a:spcPts val="0"/>
              </a:spcBef>
              <a:spcAft>
                <a:spcPts val="0"/>
              </a:spcAft>
              <a:buSzPts val="1200"/>
              <a:buFont typeface="Roboto"/>
              <a:buChar char="●"/>
              <a:defRPr sz="1200"/>
            </a:lvl4pPr>
            <a:lvl5pPr indent="-304800" lvl="4" marL="2286000" algn="ctr">
              <a:spcBef>
                <a:spcPts val="0"/>
              </a:spcBef>
              <a:spcAft>
                <a:spcPts val="0"/>
              </a:spcAft>
              <a:buSzPts val="1200"/>
              <a:buFont typeface="Roboto"/>
              <a:buChar char="○"/>
              <a:defRPr sz="1200"/>
            </a:lvl5pPr>
            <a:lvl6pPr indent="-304800" lvl="5" marL="2743200" algn="ctr">
              <a:spcBef>
                <a:spcPts val="0"/>
              </a:spcBef>
              <a:spcAft>
                <a:spcPts val="0"/>
              </a:spcAft>
              <a:buSzPts val="1200"/>
              <a:buFont typeface="Roboto"/>
              <a:buChar char="■"/>
              <a:defRPr sz="1200"/>
            </a:lvl6pPr>
            <a:lvl7pPr indent="-304800" lvl="6" marL="3200400" algn="ctr">
              <a:spcBef>
                <a:spcPts val="0"/>
              </a:spcBef>
              <a:spcAft>
                <a:spcPts val="0"/>
              </a:spcAft>
              <a:buSzPts val="1200"/>
              <a:buFont typeface="Roboto"/>
              <a:buChar char="●"/>
              <a:defRPr sz="1200"/>
            </a:lvl7pPr>
            <a:lvl8pPr indent="-304800" lvl="7" marL="3657600" algn="ctr">
              <a:spcBef>
                <a:spcPts val="0"/>
              </a:spcBef>
              <a:spcAft>
                <a:spcPts val="0"/>
              </a:spcAft>
              <a:buSzPts val="1200"/>
              <a:buFont typeface="Roboto"/>
              <a:buChar char="○"/>
              <a:defRPr sz="1200"/>
            </a:lvl8pPr>
            <a:lvl9pPr indent="-304800" lvl="8" marL="4114800" algn="ctr">
              <a:spcBef>
                <a:spcPts val="0"/>
              </a:spcBef>
              <a:spcAft>
                <a:spcPts val="0"/>
              </a:spcAft>
              <a:buSzPts val="1200"/>
              <a:buFont typeface="Roboto"/>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ONE_COLUMN_TEXT">
    <p:spTree>
      <p:nvGrpSpPr>
        <p:cNvPr id="178" name="Shape 178"/>
        <p:cNvGrpSpPr/>
        <p:nvPr/>
      </p:nvGrpSpPr>
      <p:grpSpPr>
        <a:xfrm>
          <a:off x="0" y="0"/>
          <a:ext cx="0" cy="0"/>
          <a:chOff x="0" y="0"/>
          <a:chExt cx="0" cy="0"/>
        </a:xfrm>
      </p:grpSpPr>
      <p:sp>
        <p:nvSpPr>
          <p:cNvPr id="179" name="Google Shape;17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29"/>
          <p:cNvSpPr txBox="1"/>
          <p:nvPr>
            <p:ph idx="1" type="subTitle"/>
          </p:nvPr>
        </p:nvSpPr>
        <p:spPr>
          <a:xfrm>
            <a:off x="1032600" y="257925"/>
            <a:ext cx="7078800" cy="752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4200"/>
              <a:buFont typeface="Roboto Serif"/>
              <a:buNone/>
              <a:defRPr b="1" sz="4200">
                <a:latin typeface="Roboto Serif"/>
                <a:ea typeface="Roboto Serif"/>
                <a:cs typeface="Roboto Serif"/>
                <a:sym typeface="Roboto Serif"/>
              </a:defRPr>
            </a:lvl1pPr>
            <a:lvl2pPr lvl="1">
              <a:lnSpc>
                <a:spcPct val="100000"/>
              </a:lnSpc>
              <a:spcBef>
                <a:spcPts val="0"/>
              </a:spcBef>
              <a:spcAft>
                <a:spcPts val="0"/>
              </a:spcAft>
              <a:buSzPts val="1400"/>
              <a:buFont typeface="Roboto Serif"/>
              <a:buNone/>
              <a:defRPr b="1">
                <a:latin typeface="Roboto Serif"/>
                <a:ea typeface="Roboto Serif"/>
                <a:cs typeface="Roboto Serif"/>
                <a:sym typeface="Roboto Serif"/>
              </a:defRPr>
            </a:lvl2pPr>
            <a:lvl3pPr lvl="2">
              <a:lnSpc>
                <a:spcPct val="100000"/>
              </a:lnSpc>
              <a:spcBef>
                <a:spcPts val="0"/>
              </a:spcBef>
              <a:spcAft>
                <a:spcPts val="0"/>
              </a:spcAft>
              <a:buSzPts val="1400"/>
              <a:buFont typeface="Roboto Serif"/>
              <a:buNone/>
              <a:defRPr b="1">
                <a:latin typeface="Roboto Serif"/>
                <a:ea typeface="Roboto Serif"/>
                <a:cs typeface="Roboto Serif"/>
                <a:sym typeface="Roboto Serif"/>
              </a:defRPr>
            </a:lvl3pPr>
            <a:lvl4pPr lvl="3">
              <a:lnSpc>
                <a:spcPct val="100000"/>
              </a:lnSpc>
              <a:spcBef>
                <a:spcPts val="0"/>
              </a:spcBef>
              <a:spcAft>
                <a:spcPts val="0"/>
              </a:spcAft>
              <a:buSzPts val="1400"/>
              <a:buFont typeface="Roboto Serif"/>
              <a:buNone/>
              <a:defRPr b="1">
                <a:latin typeface="Roboto Serif"/>
                <a:ea typeface="Roboto Serif"/>
                <a:cs typeface="Roboto Serif"/>
                <a:sym typeface="Roboto Serif"/>
              </a:defRPr>
            </a:lvl4pPr>
            <a:lvl5pPr lvl="4">
              <a:lnSpc>
                <a:spcPct val="100000"/>
              </a:lnSpc>
              <a:spcBef>
                <a:spcPts val="0"/>
              </a:spcBef>
              <a:spcAft>
                <a:spcPts val="0"/>
              </a:spcAft>
              <a:buSzPts val="1400"/>
              <a:buFont typeface="Roboto Serif"/>
              <a:buNone/>
              <a:defRPr b="1">
                <a:latin typeface="Roboto Serif"/>
                <a:ea typeface="Roboto Serif"/>
                <a:cs typeface="Roboto Serif"/>
                <a:sym typeface="Roboto Serif"/>
              </a:defRPr>
            </a:lvl5pPr>
            <a:lvl6pPr lvl="5">
              <a:lnSpc>
                <a:spcPct val="100000"/>
              </a:lnSpc>
              <a:spcBef>
                <a:spcPts val="0"/>
              </a:spcBef>
              <a:spcAft>
                <a:spcPts val="0"/>
              </a:spcAft>
              <a:buSzPts val="1400"/>
              <a:buFont typeface="Roboto Serif"/>
              <a:buNone/>
              <a:defRPr b="1">
                <a:latin typeface="Roboto Serif"/>
                <a:ea typeface="Roboto Serif"/>
                <a:cs typeface="Roboto Serif"/>
                <a:sym typeface="Roboto Serif"/>
              </a:defRPr>
            </a:lvl6pPr>
            <a:lvl7pPr lvl="6">
              <a:lnSpc>
                <a:spcPct val="100000"/>
              </a:lnSpc>
              <a:spcBef>
                <a:spcPts val="0"/>
              </a:spcBef>
              <a:spcAft>
                <a:spcPts val="0"/>
              </a:spcAft>
              <a:buSzPts val="1400"/>
              <a:buFont typeface="Roboto Serif"/>
              <a:buNone/>
              <a:defRPr b="1">
                <a:latin typeface="Roboto Serif"/>
                <a:ea typeface="Roboto Serif"/>
                <a:cs typeface="Roboto Serif"/>
                <a:sym typeface="Roboto Serif"/>
              </a:defRPr>
            </a:lvl7pPr>
            <a:lvl8pPr lvl="7">
              <a:lnSpc>
                <a:spcPct val="100000"/>
              </a:lnSpc>
              <a:spcBef>
                <a:spcPts val="0"/>
              </a:spcBef>
              <a:spcAft>
                <a:spcPts val="0"/>
              </a:spcAft>
              <a:buSzPts val="1400"/>
              <a:buFont typeface="Roboto Serif"/>
              <a:buNone/>
              <a:defRPr b="1">
                <a:latin typeface="Roboto Serif"/>
                <a:ea typeface="Roboto Serif"/>
                <a:cs typeface="Roboto Serif"/>
                <a:sym typeface="Roboto Serif"/>
              </a:defRPr>
            </a:lvl8pPr>
            <a:lvl9pPr lvl="8">
              <a:lnSpc>
                <a:spcPct val="100000"/>
              </a:lnSpc>
              <a:spcBef>
                <a:spcPts val="0"/>
              </a:spcBef>
              <a:spcAft>
                <a:spcPts val="0"/>
              </a:spcAft>
              <a:buSzPts val="1400"/>
              <a:buFont typeface="Roboto Serif"/>
              <a:buNone/>
              <a:defRPr b="1">
                <a:latin typeface="Roboto Serif"/>
                <a:ea typeface="Roboto Serif"/>
                <a:cs typeface="Roboto Serif"/>
                <a:sym typeface="Roboto Serif"/>
              </a:defRPr>
            </a:lvl9pPr>
          </a:lstStyle>
          <a:p/>
        </p:txBody>
      </p:sp>
      <p:sp>
        <p:nvSpPr>
          <p:cNvPr id="181" name="Google Shape;181;p29"/>
          <p:cNvSpPr/>
          <p:nvPr/>
        </p:nvSpPr>
        <p:spPr>
          <a:xfrm>
            <a:off x="283475" y="1317561"/>
            <a:ext cx="3467100" cy="34671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5600">
              <a:solidFill>
                <a:schemeClr val="dk1"/>
              </a:solidFill>
              <a:latin typeface="Roboto Serif Medium"/>
              <a:ea typeface="Roboto Serif Medium"/>
              <a:cs typeface="Roboto Serif Medium"/>
              <a:sym typeface="Roboto Serif Medium"/>
            </a:endParaRPr>
          </a:p>
        </p:txBody>
      </p:sp>
      <p:sp>
        <p:nvSpPr>
          <p:cNvPr id="182" name="Google Shape;182;p29"/>
          <p:cNvSpPr/>
          <p:nvPr>
            <p:ph idx="2" type="pic"/>
          </p:nvPr>
        </p:nvSpPr>
        <p:spPr>
          <a:xfrm>
            <a:off x="487700" y="1100550"/>
            <a:ext cx="3602100" cy="3602100"/>
          </a:xfrm>
          <a:prstGeom prst="ellipse">
            <a:avLst/>
          </a:prstGeom>
          <a:noFill/>
          <a:ln cap="flat" cmpd="sng" w="19050">
            <a:solidFill>
              <a:schemeClr val="dk1"/>
            </a:solidFill>
            <a:prstDash val="solid"/>
            <a:round/>
            <a:headEnd len="sm" w="sm" type="none"/>
            <a:tailEnd len="sm" w="sm" type="none"/>
          </a:ln>
        </p:spPr>
      </p:sp>
      <p:sp>
        <p:nvSpPr>
          <p:cNvPr id="183" name="Google Shape;183;p29"/>
          <p:cNvSpPr/>
          <p:nvPr/>
        </p:nvSpPr>
        <p:spPr>
          <a:xfrm>
            <a:off x="5199624" y="1100550"/>
            <a:ext cx="3602100" cy="3602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5600">
              <a:solidFill>
                <a:schemeClr val="dk2"/>
              </a:solidFill>
              <a:latin typeface="Roboto Serif Medium"/>
              <a:ea typeface="Roboto Serif Medium"/>
              <a:cs typeface="Roboto Serif Medium"/>
              <a:sym typeface="Roboto Serif Medium"/>
            </a:endParaRPr>
          </a:p>
        </p:txBody>
      </p:sp>
      <p:sp>
        <p:nvSpPr>
          <p:cNvPr id="184" name="Google Shape;184;p29"/>
          <p:cNvSpPr txBox="1"/>
          <p:nvPr>
            <p:ph idx="3" type="subTitle"/>
          </p:nvPr>
        </p:nvSpPr>
        <p:spPr>
          <a:xfrm>
            <a:off x="5671825" y="1720250"/>
            <a:ext cx="2657700" cy="505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500"/>
              <a:buFont typeface="Roboto Serif"/>
              <a:buNone/>
              <a:defRPr b="1" sz="2500">
                <a:latin typeface="Roboto Serif"/>
                <a:ea typeface="Roboto Serif"/>
                <a:cs typeface="Roboto Serif"/>
                <a:sym typeface="Roboto Serif"/>
              </a:defRPr>
            </a:lvl1pPr>
            <a:lvl2pPr lvl="1">
              <a:spcBef>
                <a:spcPts val="0"/>
              </a:spcBef>
              <a:spcAft>
                <a:spcPts val="0"/>
              </a:spcAft>
              <a:buSzPts val="1400"/>
              <a:buFont typeface="Roboto Serif"/>
              <a:buNone/>
              <a:defRPr b="1">
                <a:latin typeface="Roboto Serif"/>
                <a:ea typeface="Roboto Serif"/>
                <a:cs typeface="Roboto Serif"/>
                <a:sym typeface="Roboto Serif"/>
              </a:defRPr>
            </a:lvl2pPr>
            <a:lvl3pPr lvl="2">
              <a:spcBef>
                <a:spcPts val="0"/>
              </a:spcBef>
              <a:spcAft>
                <a:spcPts val="0"/>
              </a:spcAft>
              <a:buSzPts val="1400"/>
              <a:buFont typeface="Roboto Serif"/>
              <a:buNone/>
              <a:defRPr b="1">
                <a:latin typeface="Roboto Serif"/>
                <a:ea typeface="Roboto Serif"/>
                <a:cs typeface="Roboto Serif"/>
                <a:sym typeface="Roboto Serif"/>
              </a:defRPr>
            </a:lvl3pPr>
            <a:lvl4pPr lvl="3">
              <a:spcBef>
                <a:spcPts val="0"/>
              </a:spcBef>
              <a:spcAft>
                <a:spcPts val="0"/>
              </a:spcAft>
              <a:buSzPts val="1400"/>
              <a:buFont typeface="Roboto Serif"/>
              <a:buNone/>
              <a:defRPr b="1">
                <a:latin typeface="Roboto Serif"/>
                <a:ea typeface="Roboto Serif"/>
                <a:cs typeface="Roboto Serif"/>
                <a:sym typeface="Roboto Serif"/>
              </a:defRPr>
            </a:lvl4pPr>
            <a:lvl5pPr lvl="4">
              <a:spcBef>
                <a:spcPts val="0"/>
              </a:spcBef>
              <a:spcAft>
                <a:spcPts val="0"/>
              </a:spcAft>
              <a:buSzPts val="1400"/>
              <a:buFont typeface="Roboto Serif"/>
              <a:buNone/>
              <a:defRPr b="1">
                <a:latin typeface="Roboto Serif"/>
                <a:ea typeface="Roboto Serif"/>
                <a:cs typeface="Roboto Serif"/>
                <a:sym typeface="Roboto Serif"/>
              </a:defRPr>
            </a:lvl5pPr>
            <a:lvl6pPr lvl="5">
              <a:spcBef>
                <a:spcPts val="0"/>
              </a:spcBef>
              <a:spcAft>
                <a:spcPts val="0"/>
              </a:spcAft>
              <a:buSzPts val="1400"/>
              <a:buFont typeface="Roboto Serif"/>
              <a:buNone/>
              <a:defRPr b="1">
                <a:latin typeface="Roboto Serif"/>
                <a:ea typeface="Roboto Serif"/>
                <a:cs typeface="Roboto Serif"/>
                <a:sym typeface="Roboto Serif"/>
              </a:defRPr>
            </a:lvl6pPr>
            <a:lvl7pPr lvl="6">
              <a:spcBef>
                <a:spcPts val="0"/>
              </a:spcBef>
              <a:spcAft>
                <a:spcPts val="0"/>
              </a:spcAft>
              <a:buSzPts val="1400"/>
              <a:buFont typeface="Roboto Serif"/>
              <a:buNone/>
              <a:defRPr b="1">
                <a:latin typeface="Roboto Serif"/>
                <a:ea typeface="Roboto Serif"/>
                <a:cs typeface="Roboto Serif"/>
                <a:sym typeface="Roboto Serif"/>
              </a:defRPr>
            </a:lvl7pPr>
            <a:lvl8pPr lvl="7">
              <a:spcBef>
                <a:spcPts val="0"/>
              </a:spcBef>
              <a:spcAft>
                <a:spcPts val="0"/>
              </a:spcAft>
              <a:buSzPts val="1400"/>
              <a:buFont typeface="Roboto Serif"/>
              <a:buNone/>
              <a:defRPr b="1">
                <a:latin typeface="Roboto Serif"/>
                <a:ea typeface="Roboto Serif"/>
                <a:cs typeface="Roboto Serif"/>
                <a:sym typeface="Roboto Serif"/>
              </a:defRPr>
            </a:lvl8pPr>
            <a:lvl9pPr lvl="8">
              <a:spcBef>
                <a:spcPts val="0"/>
              </a:spcBef>
              <a:spcAft>
                <a:spcPts val="0"/>
              </a:spcAft>
              <a:buSzPts val="1400"/>
              <a:buFont typeface="Roboto Serif"/>
              <a:buNone/>
              <a:defRPr b="1">
                <a:latin typeface="Roboto Serif"/>
                <a:ea typeface="Roboto Serif"/>
                <a:cs typeface="Roboto Serif"/>
                <a:sym typeface="Roboto Serif"/>
              </a:defRPr>
            </a:lvl9pPr>
          </a:lstStyle>
          <a:p/>
        </p:txBody>
      </p:sp>
      <p:sp>
        <p:nvSpPr>
          <p:cNvPr id="185" name="Google Shape;185;p29"/>
          <p:cNvSpPr txBox="1"/>
          <p:nvPr>
            <p:ph idx="4" type="body"/>
          </p:nvPr>
        </p:nvSpPr>
        <p:spPr>
          <a:xfrm>
            <a:off x="5545525" y="2226050"/>
            <a:ext cx="2910300" cy="1517100"/>
          </a:xfrm>
          <a:prstGeom prst="rect">
            <a:avLst/>
          </a:prstGeom>
        </p:spPr>
        <p:txBody>
          <a:bodyPr anchorCtr="0" anchor="ctr" bIns="91425" lIns="91425" spcFirstLastPara="1" rIns="91425" wrap="square" tIns="91425">
            <a:noAutofit/>
          </a:bodyPr>
          <a:lstStyle>
            <a:lvl1pPr indent="-355600" lvl="0" marL="457200" algn="ctr">
              <a:lnSpc>
                <a:spcPct val="100000"/>
              </a:lnSpc>
              <a:spcBef>
                <a:spcPts val="0"/>
              </a:spcBef>
              <a:spcAft>
                <a:spcPts val="0"/>
              </a:spcAft>
              <a:buSzPts val="2000"/>
              <a:buFont typeface="Roboto"/>
              <a:buChar char="●"/>
              <a:defRPr sz="2000"/>
            </a:lvl1pPr>
            <a:lvl2pPr indent="-355600" lvl="1" marL="914400" algn="ctr">
              <a:lnSpc>
                <a:spcPct val="100000"/>
              </a:lnSpc>
              <a:spcBef>
                <a:spcPts val="0"/>
              </a:spcBef>
              <a:spcAft>
                <a:spcPts val="0"/>
              </a:spcAft>
              <a:buSzPts val="2000"/>
              <a:buFont typeface="Roboto"/>
              <a:buChar char="○"/>
              <a:defRPr sz="2000"/>
            </a:lvl2pPr>
            <a:lvl3pPr indent="-355600" lvl="2" marL="1371600" algn="ctr">
              <a:lnSpc>
                <a:spcPct val="100000"/>
              </a:lnSpc>
              <a:spcBef>
                <a:spcPts val="0"/>
              </a:spcBef>
              <a:spcAft>
                <a:spcPts val="0"/>
              </a:spcAft>
              <a:buSzPts val="2000"/>
              <a:buFont typeface="Roboto"/>
              <a:buChar char="■"/>
              <a:defRPr sz="2000"/>
            </a:lvl3pPr>
            <a:lvl4pPr indent="-355600" lvl="3" marL="1828800" algn="ctr">
              <a:lnSpc>
                <a:spcPct val="100000"/>
              </a:lnSpc>
              <a:spcBef>
                <a:spcPts val="0"/>
              </a:spcBef>
              <a:spcAft>
                <a:spcPts val="0"/>
              </a:spcAft>
              <a:buSzPts val="2000"/>
              <a:buFont typeface="Roboto"/>
              <a:buChar char="●"/>
              <a:defRPr sz="2000"/>
            </a:lvl4pPr>
            <a:lvl5pPr indent="-355600" lvl="4" marL="2286000" algn="ctr">
              <a:lnSpc>
                <a:spcPct val="100000"/>
              </a:lnSpc>
              <a:spcBef>
                <a:spcPts val="0"/>
              </a:spcBef>
              <a:spcAft>
                <a:spcPts val="0"/>
              </a:spcAft>
              <a:buSzPts val="2000"/>
              <a:buFont typeface="Roboto"/>
              <a:buChar char="○"/>
              <a:defRPr sz="2000"/>
            </a:lvl5pPr>
            <a:lvl6pPr indent="-355600" lvl="5" marL="2743200" algn="ctr">
              <a:lnSpc>
                <a:spcPct val="100000"/>
              </a:lnSpc>
              <a:spcBef>
                <a:spcPts val="0"/>
              </a:spcBef>
              <a:spcAft>
                <a:spcPts val="0"/>
              </a:spcAft>
              <a:buSzPts val="2000"/>
              <a:buFont typeface="Roboto"/>
              <a:buChar char="■"/>
              <a:defRPr sz="2000"/>
            </a:lvl6pPr>
            <a:lvl7pPr indent="-355600" lvl="6" marL="3200400" algn="ctr">
              <a:lnSpc>
                <a:spcPct val="100000"/>
              </a:lnSpc>
              <a:spcBef>
                <a:spcPts val="0"/>
              </a:spcBef>
              <a:spcAft>
                <a:spcPts val="0"/>
              </a:spcAft>
              <a:buSzPts val="2000"/>
              <a:buFont typeface="Roboto"/>
              <a:buChar char="●"/>
              <a:defRPr sz="2000"/>
            </a:lvl7pPr>
            <a:lvl8pPr indent="-355600" lvl="7" marL="3657600" algn="ctr">
              <a:lnSpc>
                <a:spcPct val="100000"/>
              </a:lnSpc>
              <a:spcBef>
                <a:spcPts val="0"/>
              </a:spcBef>
              <a:spcAft>
                <a:spcPts val="0"/>
              </a:spcAft>
              <a:buSzPts val="2000"/>
              <a:buFont typeface="Roboto"/>
              <a:buChar char="○"/>
              <a:defRPr sz="2000"/>
            </a:lvl8pPr>
            <a:lvl9pPr indent="-355600" lvl="8" marL="4114800" algn="ctr">
              <a:lnSpc>
                <a:spcPct val="100000"/>
              </a:lnSpc>
              <a:spcBef>
                <a:spcPts val="0"/>
              </a:spcBef>
              <a:spcAft>
                <a:spcPts val="0"/>
              </a:spcAft>
              <a:buSzPts val="2000"/>
              <a:buFont typeface="Roboto"/>
              <a:buChar char="■"/>
              <a:defRPr sz="2000"/>
            </a:lvl9pPr>
          </a:lstStyle>
          <a:p/>
        </p:txBody>
      </p:sp>
      <p:sp>
        <p:nvSpPr>
          <p:cNvPr id="186" name="Google Shape;186;p29"/>
          <p:cNvSpPr/>
          <p:nvPr>
            <p:ph idx="5" type="pic"/>
          </p:nvPr>
        </p:nvSpPr>
        <p:spPr>
          <a:xfrm>
            <a:off x="3421975" y="1476825"/>
            <a:ext cx="1517100" cy="1517100"/>
          </a:xfrm>
          <a:prstGeom prst="ellipse">
            <a:avLst/>
          </a:prstGeom>
          <a:noFill/>
          <a:ln cap="flat" cmpd="sng" w="19050">
            <a:solidFill>
              <a:schemeClr val="dk1"/>
            </a:solidFill>
            <a:prstDash val="solid"/>
            <a:round/>
            <a:headEnd len="sm" w="sm" type="none"/>
            <a:tailEnd len="sm" w="sm" type="none"/>
          </a:ln>
        </p:spPr>
      </p:sp>
      <p:sp>
        <p:nvSpPr>
          <p:cNvPr id="187" name="Google Shape;187;p29"/>
          <p:cNvSpPr txBox="1"/>
          <p:nvPr>
            <p:ph idx="6" type="body"/>
          </p:nvPr>
        </p:nvSpPr>
        <p:spPr>
          <a:xfrm>
            <a:off x="5671825" y="3743150"/>
            <a:ext cx="2657700" cy="505800"/>
          </a:xfrm>
          <a:prstGeom prst="rect">
            <a:avLst/>
          </a:prstGeom>
        </p:spPr>
        <p:txBody>
          <a:bodyPr anchorCtr="0" anchor="ctr" bIns="91425" lIns="91425" spcFirstLastPara="1" rIns="91425" wrap="square" tIns="91425">
            <a:noAutofit/>
          </a:bodyPr>
          <a:lstStyle>
            <a:lvl1pPr indent="-304800" lvl="0" marL="457200" algn="ctr">
              <a:lnSpc>
                <a:spcPct val="100000"/>
              </a:lnSpc>
              <a:spcBef>
                <a:spcPts val="0"/>
              </a:spcBef>
              <a:spcAft>
                <a:spcPts val="0"/>
              </a:spcAft>
              <a:buSzPts val="1200"/>
              <a:buFont typeface="Roboto"/>
              <a:buChar char="●"/>
              <a:defRPr sz="1200"/>
            </a:lvl1pPr>
            <a:lvl2pPr indent="-304800" lvl="1" marL="914400" algn="ctr">
              <a:lnSpc>
                <a:spcPct val="100000"/>
              </a:lnSpc>
              <a:spcBef>
                <a:spcPts val="0"/>
              </a:spcBef>
              <a:spcAft>
                <a:spcPts val="0"/>
              </a:spcAft>
              <a:buSzPts val="1200"/>
              <a:buFont typeface="Roboto"/>
              <a:buChar char="○"/>
              <a:defRPr sz="1200"/>
            </a:lvl2pPr>
            <a:lvl3pPr indent="-304800" lvl="2" marL="1371600" algn="ctr">
              <a:lnSpc>
                <a:spcPct val="100000"/>
              </a:lnSpc>
              <a:spcBef>
                <a:spcPts val="0"/>
              </a:spcBef>
              <a:spcAft>
                <a:spcPts val="0"/>
              </a:spcAft>
              <a:buSzPts val="1200"/>
              <a:buFont typeface="Roboto"/>
              <a:buChar char="■"/>
              <a:defRPr sz="1200"/>
            </a:lvl3pPr>
            <a:lvl4pPr indent="-304800" lvl="3" marL="1828800" algn="ctr">
              <a:lnSpc>
                <a:spcPct val="100000"/>
              </a:lnSpc>
              <a:spcBef>
                <a:spcPts val="0"/>
              </a:spcBef>
              <a:spcAft>
                <a:spcPts val="0"/>
              </a:spcAft>
              <a:buSzPts val="1200"/>
              <a:buFont typeface="Roboto"/>
              <a:buChar char="●"/>
              <a:defRPr sz="1200"/>
            </a:lvl4pPr>
            <a:lvl5pPr indent="-304800" lvl="4" marL="2286000" algn="ctr">
              <a:lnSpc>
                <a:spcPct val="100000"/>
              </a:lnSpc>
              <a:spcBef>
                <a:spcPts val="0"/>
              </a:spcBef>
              <a:spcAft>
                <a:spcPts val="0"/>
              </a:spcAft>
              <a:buSzPts val="1200"/>
              <a:buFont typeface="Roboto"/>
              <a:buChar char="○"/>
              <a:defRPr sz="1200"/>
            </a:lvl5pPr>
            <a:lvl6pPr indent="-304800" lvl="5" marL="2743200" algn="ctr">
              <a:lnSpc>
                <a:spcPct val="100000"/>
              </a:lnSpc>
              <a:spcBef>
                <a:spcPts val="0"/>
              </a:spcBef>
              <a:spcAft>
                <a:spcPts val="0"/>
              </a:spcAft>
              <a:buSzPts val="1200"/>
              <a:buFont typeface="Roboto"/>
              <a:buChar char="■"/>
              <a:defRPr sz="1200"/>
            </a:lvl6pPr>
            <a:lvl7pPr indent="-304800" lvl="6" marL="3200400" algn="ctr">
              <a:lnSpc>
                <a:spcPct val="100000"/>
              </a:lnSpc>
              <a:spcBef>
                <a:spcPts val="0"/>
              </a:spcBef>
              <a:spcAft>
                <a:spcPts val="0"/>
              </a:spcAft>
              <a:buSzPts val="1200"/>
              <a:buFont typeface="Roboto"/>
              <a:buChar char="●"/>
              <a:defRPr sz="1200"/>
            </a:lvl7pPr>
            <a:lvl8pPr indent="-304800" lvl="7" marL="3657600" algn="ctr">
              <a:lnSpc>
                <a:spcPct val="100000"/>
              </a:lnSpc>
              <a:spcBef>
                <a:spcPts val="0"/>
              </a:spcBef>
              <a:spcAft>
                <a:spcPts val="0"/>
              </a:spcAft>
              <a:buSzPts val="1200"/>
              <a:buFont typeface="Roboto"/>
              <a:buChar char="○"/>
              <a:defRPr sz="1200"/>
            </a:lvl8pPr>
            <a:lvl9pPr indent="-304800" lvl="8" marL="4114800" algn="ctr">
              <a:lnSpc>
                <a:spcPct val="100000"/>
              </a:lnSpc>
              <a:spcBef>
                <a:spcPts val="0"/>
              </a:spcBef>
              <a:spcAft>
                <a:spcPts val="0"/>
              </a:spcAft>
              <a:buSzPts val="1200"/>
              <a:buFont typeface="Roboto"/>
              <a:buChar char="■"/>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1">
  <p:cSld name="MAIN_POINT">
    <p:spTree>
      <p:nvGrpSpPr>
        <p:cNvPr id="188" name="Shape 188"/>
        <p:cNvGrpSpPr/>
        <p:nvPr/>
      </p:nvGrpSpPr>
      <p:grpSpPr>
        <a:xfrm>
          <a:off x="0" y="0"/>
          <a:ext cx="0" cy="0"/>
          <a:chOff x="0" y="0"/>
          <a:chExt cx="0" cy="0"/>
        </a:xfrm>
      </p:grpSpPr>
      <p:sp>
        <p:nvSpPr>
          <p:cNvPr id="189" name="Google Shape;18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0" name="Google Shape;190;p30"/>
          <p:cNvSpPr/>
          <p:nvPr>
            <p:ph idx="2" type="pic"/>
          </p:nvPr>
        </p:nvSpPr>
        <p:spPr>
          <a:xfrm>
            <a:off x="-1862775" y="0"/>
            <a:ext cx="5143500" cy="5143500"/>
          </a:xfrm>
          <a:prstGeom prst="flowChartDelay">
            <a:avLst/>
          </a:prstGeom>
          <a:noFill/>
          <a:ln cap="flat" cmpd="sng" w="19050">
            <a:solidFill>
              <a:schemeClr val="dk1"/>
            </a:solidFill>
            <a:prstDash val="solid"/>
            <a:round/>
            <a:headEnd len="sm" w="sm" type="none"/>
            <a:tailEnd len="sm" w="sm" type="none"/>
          </a:ln>
        </p:spPr>
      </p:sp>
      <p:sp>
        <p:nvSpPr>
          <p:cNvPr id="191" name="Google Shape;191;p30"/>
          <p:cNvSpPr txBox="1"/>
          <p:nvPr>
            <p:ph idx="1" type="subTitle"/>
          </p:nvPr>
        </p:nvSpPr>
        <p:spPr>
          <a:xfrm>
            <a:off x="3476475" y="1981200"/>
            <a:ext cx="5458200" cy="753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3800"/>
              <a:buFont typeface="Roboto Serif"/>
              <a:buNone/>
              <a:defRPr b="1" sz="3800">
                <a:latin typeface="Roboto Serif"/>
                <a:ea typeface="Roboto Serif"/>
                <a:cs typeface="Roboto Serif"/>
                <a:sym typeface="Roboto Serif"/>
              </a:defRPr>
            </a:lvl1pPr>
            <a:lvl2pPr lvl="1">
              <a:lnSpc>
                <a:spcPct val="100000"/>
              </a:lnSpc>
              <a:spcBef>
                <a:spcPts val="0"/>
              </a:spcBef>
              <a:spcAft>
                <a:spcPts val="0"/>
              </a:spcAft>
              <a:buSzPts val="3800"/>
              <a:buFont typeface="Roboto Serif"/>
              <a:buNone/>
              <a:defRPr b="1" sz="3800">
                <a:latin typeface="Roboto Serif"/>
                <a:ea typeface="Roboto Serif"/>
                <a:cs typeface="Roboto Serif"/>
                <a:sym typeface="Roboto Serif"/>
              </a:defRPr>
            </a:lvl2pPr>
            <a:lvl3pPr lvl="2">
              <a:lnSpc>
                <a:spcPct val="100000"/>
              </a:lnSpc>
              <a:spcBef>
                <a:spcPts val="0"/>
              </a:spcBef>
              <a:spcAft>
                <a:spcPts val="0"/>
              </a:spcAft>
              <a:buSzPts val="3800"/>
              <a:buFont typeface="Roboto Serif"/>
              <a:buNone/>
              <a:defRPr b="1" sz="3800">
                <a:latin typeface="Roboto Serif"/>
                <a:ea typeface="Roboto Serif"/>
                <a:cs typeface="Roboto Serif"/>
                <a:sym typeface="Roboto Serif"/>
              </a:defRPr>
            </a:lvl3pPr>
            <a:lvl4pPr lvl="3">
              <a:lnSpc>
                <a:spcPct val="100000"/>
              </a:lnSpc>
              <a:spcBef>
                <a:spcPts val="0"/>
              </a:spcBef>
              <a:spcAft>
                <a:spcPts val="0"/>
              </a:spcAft>
              <a:buSzPts val="3800"/>
              <a:buFont typeface="Roboto Serif"/>
              <a:buNone/>
              <a:defRPr b="1" sz="3800">
                <a:latin typeface="Roboto Serif"/>
                <a:ea typeface="Roboto Serif"/>
                <a:cs typeface="Roboto Serif"/>
                <a:sym typeface="Roboto Serif"/>
              </a:defRPr>
            </a:lvl4pPr>
            <a:lvl5pPr lvl="4">
              <a:lnSpc>
                <a:spcPct val="100000"/>
              </a:lnSpc>
              <a:spcBef>
                <a:spcPts val="0"/>
              </a:spcBef>
              <a:spcAft>
                <a:spcPts val="0"/>
              </a:spcAft>
              <a:buSzPts val="3800"/>
              <a:buFont typeface="Roboto Serif"/>
              <a:buNone/>
              <a:defRPr b="1" sz="3800">
                <a:latin typeface="Roboto Serif"/>
                <a:ea typeface="Roboto Serif"/>
                <a:cs typeface="Roboto Serif"/>
                <a:sym typeface="Roboto Serif"/>
              </a:defRPr>
            </a:lvl5pPr>
            <a:lvl6pPr lvl="5">
              <a:lnSpc>
                <a:spcPct val="100000"/>
              </a:lnSpc>
              <a:spcBef>
                <a:spcPts val="0"/>
              </a:spcBef>
              <a:spcAft>
                <a:spcPts val="0"/>
              </a:spcAft>
              <a:buSzPts val="3800"/>
              <a:buFont typeface="Roboto Serif"/>
              <a:buNone/>
              <a:defRPr b="1" sz="3800">
                <a:latin typeface="Roboto Serif"/>
                <a:ea typeface="Roboto Serif"/>
                <a:cs typeface="Roboto Serif"/>
                <a:sym typeface="Roboto Serif"/>
              </a:defRPr>
            </a:lvl6pPr>
            <a:lvl7pPr lvl="6">
              <a:lnSpc>
                <a:spcPct val="100000"/>
              </a:lnSpc>
              <a:spcBef>
                <a:spcPts val="0"/>
              </a:spcBef>
              <a:spcAft>
                <a:spcPts val="0"/>
              </a:spcAft>
              <a:buSzPts val="3800"/>
              <a:buFont typeface="Roboto Serif"/>
              <a:buNone/>
              <a:defRPr b="1" sz="3800">
                <a:latin typeface="Roboto Serif"/>
                <a:ea typeface="Roboto Serif"/>
                <a:cs typeface="Roboto Serif"/>
                <a:sym typeface="Roboto Serif"/>
              </a:defRPr>
            </a:lvl7pPr>
            <a:lvl8pPr lvl="7">
              <a:lnSpc>
                <a:spcPct val="100000"/>
              </a:lnSpc>
              <a:spcBef>
                <a:spcPts val="0"/>
              </a:spcBef>
              <a:spcAft>
                <a:spcPts val="0"/>
              </a:spcAft>
              <a:buSzPts val="3800"/>
              <a:buFont typeface="Roboto Serif"/>
              <a:buNone/>
              <a:defRPr b="1" sz="3800">
                <a:latin typeface="Roboto Serif"/>
                <a:ea typeface="Roboto Serif"/>
                <a:cs typeface="Roboto Serif"/>
                <a:sym typeface="Roboto Serif"/>
              </a:defRPr>
            </a:lvl8pPr>
            <a:lvl9pPr lvl="8">
              <a:lnSpc>
                <a:spcPct val="100000"/>
              </a:lnSpc>
              <a:spcBef>
                <a:spcPts val="0"/>
              </a:spcBef>
              <a:spcAft>
                <a:spcPts val="0"/>
              </a:spcAft>
              <a:buSzPts val="3800"/>
              <a:buFont typeface="Roboto Serif"/>
              <a:buNone/>
              <a:defRPr b="1" sz="3800">
                <a:latin typeface="Roboto Serif"/>
                <a:ea typeface="Roboto Serif"/>
                <a:cs typeface="Roboto Serif"/>
                <a:sym typeface="Roboto Serif"/>
              </a:defRPr>
            </a:lvl9pPr>
          </a:lstStyle>
          <a:p/>
        </p:txBody>
      </p:sp>
      <p:sp>
        <p:nvSpPr>
          <p:cNvPr id="192" name="Google Shape;192;p30"/>
          <p:cNvSpPr txBox="1"/>
          <p:nvPr>
            <p:ph idx="3" type="body"/>
          </p:nvPr>
        </p:nvSpPr>
        <p:spPr>
          <a:xfrm>
            <a:off x="3476475" y="2609850"/>
            <a:ext cx="4505400" cy="609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Roboto"/>
              <a:buChar char="●"/>
              <a:defRPr/>
            </a:lvl1pPr>
            <a:lvl2pPr indent="-317500" lvl="1" marL="914400">
              <a:spcBef>
                <a:spcPts val="0"/>
              </a:spcBef>
              <a:spcAft>
                <a:spcPts val="0"/>
              </a:spcAft>
              <a:buSzPts val="1400"/>
              <a:buFont typeface="Roboto"/>
              <a:buChar char="○"/>
              <a:defRPr/>
            </a:lvl2pPr>
            <a:lvl3pPr indent="-317500" lvl="2" marL="1371600">
              <a:spcBef>
                <a:spcPts val="0"/>
              </a:spcBef>
              <a:spcAft>
                <a:spcPts val="0"/>
              </a:spcAft>
              <a:buSzPts val="1400"/>
              <a:buFont typeface="Roboto"/>
              <a:buChar char="■"/>
              <a:defRPr/>
            </a:lvl3pPr>
            <a:lvl4pPr indent="-317500" lvl="3" marL="1828800">
              <a:spcBef>
                <a:spcPts val="0"/>
              </a:spcBef>
              <a:spcAft>
                <a:spcPts val="0"/>
              </a:spcAft>
              <a:buSzPts val="1400"/>
              <a:buFont typeface="Roboto"/>
              <a:buChar char="●"/>
              <a:defRPr/>
            </a:lvl4pPr>
            <a:lvl5pPr indent="-317500" lvl="4" marL="2286000">
              <a:spcBef>
                <a:spcPts val="0"/>
              </a:spcBef>
              <a:spcAft>
                <a:spcPts val="0"/>
              </a:spcAft>
              <a:buSzPts val="1400"/>
              <a:buFont typeface="Roboto"/>
              <a:buChar char="○"/>
              <a:defRPr/>
            </a:lvl5pPr>
            <a:lvl6pPr indent="-317500" lvl="5" marL="2743200">
              <a:spcBef>
                <a:spcPts val="0"/>
              </a:spcBef>
              <a:spcAft>
                <a:spcPts val="0"/>
              </a:spcAft>
              <a:buSzPts val="1400"/>
              <a:buFont typeface="Roboto"/>
              <a:buChar char="■"/>
              <a:defRPr/>
            </a:lvl6pPr>
            <a:lvl7pPr indent="-317500" lvl="6" marL="3200400">
              <a:spcBef>
                <a:spcPts val="0"/>
              </a:spcBef>
              <a:spcAft>
                <a:spcPts val="0"/>
              </a:spcAft>
              <a:buSzPts val="1400"/>
              <a:buFont typeface="Roboto"/>
              <a:buChar char="●"/>
              <a:defRPr/>
            </a:lvl7pPr>
            <a:lvl8pPr indent="-317500" lvl="7" marL="3657600">
              <a:spcBef>
                <a:spcPts val="0"/>
              </a:spcBef>
              <a:spcAft>
                <a:spcPts val="0"/>
              </a:spcAft>
              <a:buSzPts val="1400"/>
              <a:buFont typeface="Roboto"/>
              <a:buChar char="○"/>
              <a:defRPr/>
            </a:lvl8pPr>
            <a:lvl9pPr indent="-317500" lvl="8" marL="4114800">
              <a:spcBef>
                <a:spcPts val="0"/>
              </a:spcBef>
              <a:spcAft>
                <a:spcPts val="0"/>
              </a:spcAft>
              <a:buSzPts val="1400"/>
              <a:buFont typeface="Roboto"/>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2">
  <p:cSld name="MAIN_POINT_1">
    <p:bg>
      <p:bgPr>
        <a:solidFill>
          <a:schemeClr val="dk1"/>
        </a:solidFill>
      </p:bgPr>
    </p:bg>
    <p:spTree>
      <p:nvGrpSpPr>
        <p:cNvPr id="193" name="Shape 193"/>
        <p:cNvGrpSpPr/>
        <p:nvPr/>
      </p:nvGrpSpPr>
      <p:grpSpPr>
        <a:xfrm>
          <a:off x="0" y="0"/>
          <a:ext cx="0" cy="0"/>
          <a:chOff x="0" y="0"/>
          <a:chExt cx="0" cy="0"/>
        </a:xfrm>
      </p:grpSpPr>
      <p:sp>
        <p:nvSpPr>
          <p:cNvPr id="194" name="Google Shape;19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5" name="Google Shape;195;p31"/>
          <p:cNvSpPr/>
          <p:nvPr>
            <p:ph idx="2" type="pic"/>
          </p:nvPr>
        </p:nvSpPr>
        <p:spPr>
          <a:xfrm>
            <a:off x="-1862775" y="0"/>
            <a:ext cx="5143500" cy="5143500"/>
          </a:xfrm>
          <a:prstGeom prst="flowChartDelay">
            <a:avLst/>
          </a:prstGeom>
          <a:noFill/>
          <a:ln cap="flat" cmpd="sng" w="19050">
            <a:solidFill>
              <a:schemeClr val="lt1"/>
            </a:solidFill>
            <a:prstDash val="solid"/>
            <a:round/>
            <a:headEnd len="sm" w="sm" type="none"/>
            <a:tailEnd len="sm" w="sm" type="none"/>
          </a:ln>
        </p:spPr>
      </p:sp>
      <p:sp>
        <p:nvSpPr>
          <p:cNvPr id="196" name="Google Shape;196;p31"/>
          <p:cNvSpPr txBox="1"/>
          <p:nvPr>
            <p:ph idx="1" type="subTitle"/>
          </p:nvPr>
        </p:nvSpPr>
        <p:spPr>
          <a:xfrm>
            <a:off x="3476475" y="1981200"/>
            <a:ext cx="5458200" cy="753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1pPr>
            <a:lvl2pPr lvl="1">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2pPr>
            <a:lvl3pPr lvl="2">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3pPr>
            <a:lvl4pPr lvl="3">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4pPr>
            <a:lvl5pPr lvl="4">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5pPr>
            <a:lvl6pPr lvl="5">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6pPr>
            <a:lvl7pPr lvl="6">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7pPr>
            <a:lvl8pPr lvl="7">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8pPr>
            <a:lvl9pPr lvl="8">
              <a:lnSpc>
                <a:spcPct val="100000"/>
              </a:lnSpc>
              <a:spcBef>
                <a:spcPts val="0"/>
              </a:spcBef>
              <a:spcAft>
                <a:spcPts val="0"/>
              </a:spcAft>
              <a:buClr>
                <a:schemeClr val="lt1"/>
              </a:buClr>
              <a:buSzPts val="3800"/>
              <a:buFont typeface="Roboto Serif"/>
              <a:buNone/>
              <a:defRPr b="1" sz="3800">
                <a:solidFill>
                  <a:schemeClr val="lt1"/>
                </a:solidFill>
                <a:latin typeface="Roboto Serif"/>
                <a:ea typeface="Roboto Serif"/>
                <a:cs typeface="Roboto Serif"/>
                <a:sym typeface="Roboto Serif"/>
              </a:defRPr>
            </a:lvl9pPr>
          </a:lstStyle>
          <a:p/>
        </p:txBody>
      </p:sp>
      <p:sp>
        <p:nvSpPr>
          <p:cNvPr id="197" name="Google Shape;197;p31"/>
          <p:cNvSpPr txBox="1"/>
          <p:nvPr>
            <p:ph idx="3" type="body"/>
          </p:nvPr>
        </p:nvSpPr>
        <p:spPr>
          <a:xfrm>
            <a:off x="3476475" y="2609850"/>
            <a:ext cx="4505400" cy="609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Roboto"/>
              <a:buChar char="●"/>
              <a:defRPr>
                <a:solidFill>
                  <a:schemeClr val="lt1"/>
                </a:solidFill>
              </a:defRPr>
            </a:lvl1pPr>
            <a:lvl2pPr indent="-317500" lvl="1" marL="914400">
              <a:spcBef>
                <a:spcPts val="0"/>
              </a:spcBef>
              <a:spcAft>
                <a:spcPts val="0"/>
              </a:spcAft>
              <a:buClr>
                <a:schemeClr val="lt1"/>
              </a:buClr>
              <a:buSzPts val="1400"/>
              <a:buFont typeface="Roboto"/>
              <a:buChar char="○"/>
              <a:defRPr>
                <a:solidFill>
                  <a:schemeClr val="lt1"/>
                </a:solidFill>
              </a:defRPr>
            </a:lvl2pPr>
            <a:lvl3pPr indent="-317500" lvl="2" marL="1371600">
              <a:spcBef>
                <a:spcPts val="0"/>
              </a:spcBef>
              <a:spcAft>
                <a:spcPts val="0"/>
              </a:spcAft>
              <a:buClr>
                <a:schemeClr val="lt1"/>
              </a:buClr>
              <a:buSzPts val="1400"/>
              <a:buFont typeface="Roboto"/>
              <a:buChar char="■"/>
              <a:defRPr>
                <a:solidFill>
                  <a:schemeClr val="lt1"/>
                </a:solidFill>
              </a:defRPr>
            </a:lvl3pPr>
            <a:lvl4pPr indent="-317500" lvl="3" marL="1828800">
              <a:spcBef>
                <a:spcPts val="0"/>
              </a:spcBef>
              <a:spcAft>
                <a:spcPts val="0"/>
              </a:spcAft>
              <a:buClr>
                <a:schemeClr val="lt1"/>
              </a:buClr>
              <a:buSzPts val="1400"/>
              <a:buFont typeface="Roboto"/>
              <a:buChar char="●"/>
              <a:defRPr>
                <a:solidFill>
                  <a:schemeClr val="lt1"/>
                </a:solidFill>
              </a:defRPr>
            </a:lvl4pPr>
            <a:lvl5pPr indent="-317500" lvl="4" marL="2286000">
              <a:spcBef>
                <a:spcPts val="0"/>
              </a:spcBef>
              <a:spcAft>
                <a:spcPts val="0"/>
              </a:spcAft>
              <a:buClr>
                <a:schemeClr val="lt1"/>
              </a:buClr>
              <a:buSzPts val="1400"/>
              <a:buFont typeface="Roboto"/>
              <a:buChar char="○"/>
              <a:defRPr>
                <a:solidFill>
                  <a:schemeClr val="lt1"/>
                </a:solidFill>
              </a:defRPr>
            </a:lvl5pPr>
            <a:lvl6pPr indent="-317500" lvl="5" marL="2743200">
              <a:spcBef>
                <a:spcPts val="0"/>
              </a:spcBef>
              <a:spcAft>
                <a:spcPts val="0"/>
              </a:spcAft>
              <a:buClr>
                <a:schemeClr val="lt1"/>
              </a:buClr>
              <a:buSzPts val="1400"/>
              <a:buFont typeface="Roboto"/>
              <a:buChar char="■"/>
              <a:defRPr>
                <a:solidFill>
                  <a:schemeClr val="lt1"/>
                </a:solidFill>
              </a:defRPr>
            </a:lvl6pPr>
            <a:lvl7pPr indent="-317500" lvl="6" marL="3200400">
              <a:spcBef>
                <a:spcPts val="0"/>
              </a:spcBef>
              <a:spcAft>
                <a:spcPts val="0"/>
              </a:spcAft>
              <a:buClr>
                <a:schemeClr val="lt1"/>
              </a:buClr>
              <a:buSzPts val="1400"/>
              <a:buFont typeface="Roboto"/>
              <a:buChar char="●"/>
              <a:defRPr>
                <a:solidFill>
                  <a:schemeClr val="lt1"/>
                </a:solidFill>
              </a:defRPr>
            </a:lvl7pPr>
            <a:lvl8pPr indent="-317500" lvl="7" marL="3657600">
              <a:spcBef>
                <a:spcPts val="0"/>
              </a:spcBef>
              <a:spcAft>
                <a:spcPts val="0"/>
              </a:spcAft>
              <a:buClr>
                <a:schemeClr val="lt1"/>
              </a:buClr>
              <a:buSzPts val="1400"/>
              <a:buFont typeface="Roboto"/>
              <a:buChar char="○"/>
              <a:defRPr>
                <a:solidFill>
                  <a:schemeClr val="lt1"/>
                </a:solidFill>
              </a:defRPr>
            </a:lvl8pPr>
            <a:lvl9pPr indent="-317500" lvl="8" marL="4114800">
              <a:spcBef>
                <a:spcPts val="0"/>
              </a:spcBef>
              <a:spcAft>
                <a:spcPts val="0"/>
              </a:spcAft>
              <a:buClr>
                <a:schemeClr val="lt1"/>
              </a:buClr>
              <a:buSzPts val="1400"/>
              <a:buFont typeface="Roboto"/>
              <a:buChar char="■"/>
              <a:defRPr>
                <a:solidFill>
                  <a:schemeClr val="l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Gallery">
  <p:cSld name="CUSTOM">
    <p:bg>
      <p:bgPr>
        <a:solidFill>
          <a:schemeClr val="dk1"/>
        </a:solidFill>
      </p:bgPr>
    </p:bg>
    <p:spTree>
      <p:nvGrpSpPr>
        <p:cNvPr id="198" name="Shape 198"/>
        <p:cNvGrpSpPr/>
        <p:nvPr/>
      </p:nvGrpSpPr>
      <p:grpSpPr>
        <a:xfrm>
          <a:off x="0" y="0"/>
          <a:ext cx="0" cy="0"/>
          <a:chOff x="0" y="0"/>
          <a:chExt cx="0" cy="0"/>
        </a:xfrm>
      </p:grpSpPr>
      <p:sp>
        <p:nvSpPr>
          <p:cNvPr id="199" name="Google Shape;199;p32"/>
          <p:cNvSpPr/>
          <p:nvPr>
            <p:ph idx="2" type="pic"/>
          </p:nvPr>
        </p:nvSpPr>
        <p:spPr>
          <a:xfrm>
            <a:off x="3539925" y="243425"/>
            <a:ext cx="1696800" cy="1696800"/>
          </a:xfrm>
          <a:prstGeom prst="ellipse">
            <a:avLst/>
          </a:prstGeom>
          <a:noFill/>
          <a:ln cap="flat" cmpd="sng" w="19050">
            <a:solidFill>
              <a:schemeClr val="lt1"/>
            </a:solidFill>
            <a:prstDash val="solid"/>
            <a:round/>
            <a:headEnd len="sm" w="sm" type="none"/>
            <a:tailEnd len="sm" w="sm" type="none"/>
          </a:ln>
        </p:spPr>
      </p:sp>
      <p:sp>
        <p:nvSpPr>
          <p:cNvPr id="200" name="Google Shape;200;p32"/>
          <p:cNvSpPr/>
          <p:nvPr>
            <p:ph idx="3" type="pic"/>
          </p:nvPr>
        </p:nvSpPr>
        <p:spPr>
          <a:xfrm>
            <a:off x="6620900" y="1364900"/>
            <a:ext cx="2147400" cy="2147400"/>
          </a:xfrm>
          <a:prstGeom prst="ellipse">
            <a:avLst/>
          </a:prstGeom>
          <a:noFill/>
          <a:ln cap="flat" cmpd="sng" w="19050">
            <a:solidFill>
              <a:schemeClr val="lt1"/>
            </a:solidFill>
            <a:prstDash val="solid"/>
            <a:round/>
            <a:headEnd len="sm" w="sm" type="none"/>
            <a:tailEnd len="sm" w="sm" type="none"/>
          </a:ln>
        </p:spPr>
      </p:sp>
      <p:sp>
        <p:nvSpPr>
          <p:cNvPr id="201" name="Google Shape;201;p32"/>
          <p:cNvSpPr/>
          <p:nvPr>
            <p:ph idx="4" type="pic"/>
          </p:nvPr>
        </p:nvSpPr>
        <p:spPr>
          <a:xfrm>
            <a:off x="264725" y="1831950"/>
            <a:ext cx="2789700" cy="2789700"/>
          </a:xfrm>
          <a:prstGeom prst="ellipse">
            <a:avLst/>
          </a:prstGeom>
          <a:noFill/>
          <a:ln cap="flat" cmpd="sng" w="19050">
            <a:solidFill>
              <a:schemeClr val="lt1"/>
            </a:solidFill>
            <a:prstDash val="solid"/>
            <a:round/>
            <a:headEnd len="sm" w="sm" type="none"/>
            <a:tailEnd len="sm" w="sm" type="none"/>
          </a:ln>
        </p:spPr>
      </p:sp>
      <p:sp>
        <p:nvSpPr>
          <p:cNvPr id="202" name="Google Shape;202;p32"/>
          <p:cNvSpPr/>
          <p:nvPr>
            <p:ph idx="5" type="pic"/>
          </p:nvPr>
        </p:nvSpPr>
        <p:spPr>
          <a:xfrm>
            <a:off x="3404025" y="3975500"/>
            <a:ext cx="2147400" cy="2147400"/>
          </a:xfrm>
          <a:prstGeom prst="ellipse">
            <a:avLst/>
          </a:prstGeom>
          <a:noFill/>
          <a:ln cap="flat" cmpd="sng" w="19050">
            <a:solidFill>
              <a:schemeClr val="lt1"/>
            </a:solidFill>
            <a:prstDash val="solid"/>
            <a:round/>
            <a:headEnd len="sm" w="sm" type="none"/>
            <a:tailEnd len="sm" w="sm" type="none"/>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203" name="Shape 203"/>
        <p:cNvGrpSpPr/>
        <p:nvPr/>
      </p:nvGrpSpPr>
      <p:grpSpPr>
        <a:xfrm>
          <a:off x="0" y="0"/>
          <a:ext cx="0" cy="0"/>
          <a:chOff x="0" y="0"/>
          <a:chExt cx="0" cy="0"/>
        </a:xfrm>
      </p:grpSpPr>
      <p:sp>
        <p:nvSpPr>
          <p:cNvPr id="204" name="Google Shape;20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1561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1pPr>
            <a:lvl2pPr lvl="1">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2pPr>
            <a:lvl3pPr lvl="2">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3pPr>
            <a:lvl4pPr lvl="3">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4pPr>
            <a:lvl5pPr lvl="4">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5pPr>
            <a:lvl6pPr lvl="5">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6pPr>
            <a:lvl7pPr lvl="6">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7pPr>
            <a:lvl8pPr lvl="7">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8pPr>
            <a:lvl9pPr lvl="8">
              <a:spcBef>
                <a:spcPts val="0"/>
              </a:spcBef>
              <a:spcAft>
                <a:spcPts val="0"/>
              </a:spcAft>
              <a:buClr>
                <a:schemeClr val="dk1"/>
              </a:buClr>
              <a:buSzPts val="5400"/>
              <a:buFont typeface="Roboto Serif"/>
              <a:buNone/>
              <a:defRPr b="1" sz="5400">
                <a:solidFill>
                  <a:schemeClr val="dk1"/>
                </a:solidFill>
                <a:latin typeface="Roboto Serif"/>
                <a:ea typeface="Roboto Serif"/>
                <a:cs typeface="Roboto Serif"/>
                <a:sym typeface="Roboto Serif"/>
              </a:defRPr>
            </a:lvl9pPr>
          </a:lstStyle>
          <a:p/>
        </p:txBody>
      </p:sp>
      <p:sp>
        <p:nvSpPr>
          <p:cNvPr id="7" name="Google Shape;7;p1"/>
          <p:cNvSpPr txBox="1"/>
          <p:nvPr>
            <p:ph idx="1" type="body"/>
          </p:nvPr>
        </p:nvSpPr>
        <p:spPr>
          <a:xfrm>
            <a:off x="311700" y="2358975"/>
            <a:ext cx="8520600" cy="3416400"/>
          </a:xfrm>
          <a:prstGeom prst="rect">
            <a:avLst/>
          </a:prstGeom>
          <a:noFill/>
          <a:ln>
            <a:noFill/>
          </a:ln>
        </p:spPr>
        <p:txBody>
          <a:bodyPr anchorCtr="0" anchor="t" bIns="91425" lIns="91425" spcFirstLastPara="1" rIns="91425" wrap="square" tIns="91425">
            <a:normAutofit/>
          </a:bodyPr>
          <a:lstStyle>
            <a:lvl1pPr indent="-317500" lvl="0" marL="457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idx="2" type="subTitle"/>
          </p:nvPr>
        </p:nvSpPr>
        <p:spPr>
          <a:xfrm>
            <a:off x="0" y="398375"/>
            <a:ext cx="5907300" cy="3282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Introduction</a:t>
            </a:r>
            <a:endParaRPr/>
          </a:p>
        </p:txBody>
      </p:sp>
      <p:sp>
        <p:nvSpPr>
          <p:cNvPr id="210" name="Google Shape;210;p34"/>
          <p:cNvSpPr txBox="1"/>
          <p:nvPr/>
        </p:nvSpPr>
        <p:spPr>
          <a:xfrm>
            <a:off x="3675308" y="1397196"/>
            <a:ext cx="5468700" cy="282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2400">
                <a:solidFill>
                  <a:schemeClr val="dk1"/>
                </a:solidFill>
                <a:latin typeface="Times New Roman"/>
                <a:ea typeface="Times New Roman"/>
                <a:cs typeface="Times New Roman"/>
                <a:sym typeface="Times New Roman"/>
              </a:rPr>
              <a:t>Self-Assessable Event Permit Management System</a:t>
            </a:r>
            <a:endParaRPr b="1"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 sz="1800">
                <a:solidFill>
                  <a:schemeClr val="dk1"/>
                </a:solidFill>
                <a:latin typeface="Times New Roman"/>
                <a:ea typeface="Times New Roman"/>
                <a:cs typeface="Times New Roman"/>
                <a:sym typeface="Times New Roman"/>
              </a:rPr>
              <a:t>Business Requirements Presentation</a:t>
            </a:r>
            <a:endParaRPr b="1"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Sunshine Coast Council Project</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Presented to the general public by: [Your Name]</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Function: Junior Business Analyst / Project Coordinator.</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Feedback: Do more of this.Feedback: Make better use of low-risk permit applications.</a:t>
            </a:r>
            <a:endParaRPr sz="1800">
              <a:solidFill>
                <a:schemeClr val="dk1"/>
              </a:solidFill>
              <a:latin typeface="Times New Roman"/>
              <a:ea typeface="Times New Roman"/>
              <a:cs typeface="Times New Roman"/>
              <a:sym typeface="Times New Roman"/>
            </a:endParaRPr>
          </a:p>
          <a:p>
            <a:pPr indent="-342900" lvl="0" marL="457200" rtl="0" algn="l">
              <a:lnSpc>
                <a:spcPct val="100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Goal: Streamline customer experience and reduce manual processing</a:t>
            </a:r>
            <a:endParaRPr sz="1800">
              <a:solidFill>
                <a:schemeClr val="dk1"/>
              </a:solidFill>
              <a:latin typeface="Times New Roman"/>
              <a:ea typeface="Times New Roman"/>
              <a:cs typeface="Times New Roman"/>
              <a:sym typeface="Times New Roman"/>
            </a:endParaRPr>
          </a:p>
        </p:txBody>
      </p:sp>
      <p:pic>
        <p:nvPicPr>
          <p:cNvPr id="211" name="Google Shape;211;p34"/>
          <p:cNvPicPr preferRelativeResize="0"/>
          <p:nvPr/>
        </p:nvPicPr>
        <p:blipFill>
          <a:blip r:embed="rId3">
            <a:alphaModFix/>
          </a:blip>
          <a:stretch>
            <a:fillRect/>
          </a:stretch>
        </p:blipFill>
        <p:spPr>
          <a:xfrm>
            <a:off x="0" y="1159950"/>
            <a:ext cx="3427274" cy="3983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idx="1" type="subTitle"/>
          </p:nvPr>
        </p:nvSpPr>
        <p:spPr>
          <a:xfrm>
            <a:off x="187282" y="271250"/>
            <a:ext cx="6345300" cy="7530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lt2"/>
              </a:buClr>
              <a:buSzPts val="1100"/>
              <a:buFont typeface="Arial"/>
              <a:buNone/>
            </a:pPr>
            <a:r>
              <a:rPr lang="en" sz="3600">
                <a:solidFill>
                  <a:schemeClr val="lt2"/>
                </a:solidFill>
                <a:latin typeface="Times New Roman"/>
                <a:ea typeface="Times New Roman"/>
                <a:cs typeface="Times New Roman"/>
                <a:sym typeface="Times New Roman"/>
              </a:rPr>
              <a:t>Current Business Problem</a:t>
            </a:r>
            <a:endParaRPr sz="3600">
              <a:solidFill>
                <a:schemeClr val="lt2"/>
              </a:solidFill>
              <a:latin typeface="Times New Roman"/>
              <a:ea typeface="Times New Roman"/>
              <a:cs typeface="Times New Roman"/>
              <a:sym typeface="Times New Roman"/>
            </a:endParaRPr>
          </a:p>
          <a:p>
            <a:pPr indent="0" lvl="0" marL="0" rtl="0" algn="l">
              <a:spcBef>
                <a:spcPts val="400"/>
              </a:spcBef>
              <a:spcAft>
                <a:spcPts val="1200"/>
              </a:spcAft>
              <a:buNone/>
            </a:pPr>
            <a:r>
              <a:t/>
            </a:r>
            <a:endParaRPr sz="3100"/>
          </a:p>
        </p:txBody>
      </p:sp>
      <p:sp>
        <p:nvSpPr>
          <p:cNvPr id="217" name="Google Shape;217;p35"/>
          <p:cNvSpPr txBox="1"/>
          <p:nvPr>
            <p:ph idx="3" type="body"/>
          </p:nvPr>
        </p:nvSpPr>
        <p:spPr>
          <a:xfrm>
            <a:off x="3449125" y="1351325"/>
            <a:ext cx="5634000" cy="60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Existing Challenges Identified</a:t>
            </a:r>
            <a:endParaRPr b="1" sz="2400">
              <a:latin typeface="Times New Roman"/>
              <a:ea typeface="Times New Roman"/>
              <a:cs typeface="Times New Roman"/>
              <a:sym typeface="Times New Roman"/>
            </a:endParaRPr>
          </a:p>
          <a:p>
            <a:pPr indent="-317500" lvl="0" marL="457200" rtl="0" algn="l">
              <a:spcBef>
                <a:spcPts val="1200"/>
              </a:spcBef>
              <a:spcAft>
                <a:spcPts val="0"/>
              </a:spcAft>
              <a:buSzPts val="1400"/>
              <a:buFont typeface="Times New Roman"/>
              <a:buChar char="●"/>
            </a:pPr>
            <a:r>
              <a:rPr lang="en">
                <a:latin typeface="Times New Roman"/>
                <a:ea typeface="Times New Roman"/>
                <a:cs typeface="Times New Roman"/>
                <a:sym typeface="Times New Roman"/>
              </a:rPr>
              <a:t>The current approvals process is quite manual</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It takes 10 days to receive non-wedding approvals.</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Significant coordination with stakeholders was needed</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Students in the classroom are not aware of the changes in their education.</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The administrative workload of staff is significant.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Some venues are hard to see as they are actually sold out.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
                <a:latin typeface="Times New Roman"/>
                <a:ea typeface="Times New Roman"/>
                <a:cs typeface="Times New Roman"/>
                <a:sym typeface="Times New Roman"/>
              </a:rPr>
              <a:t>Customer's experience is inconsistent and slow</a:t>
            </a:r>
            <a:endParaRPr>
              <a:latin typeface="Times New Roman"/>
              <a:ea typeface="Times New Roman"/>
              <a:cs typeface="Times New Roman"/>
              <a:sym typeface="Times New Roman"/>
            </a:endParaRPr>
          </a:p>
          <a:p>
            <a:pPr indent="0" lvl="0" marL="457200" rtl="0" algn="l">
              <a:spcBef>
                <a:spcPts val="1200"/>
              </a:spcBef>
              <a:spcAft>
                <a:spcPts val="1200"/>
              </a:spcAft>
              <a:buNone/>
            </a:pPr>
            <a:r>
              <a:t/>
            </a:r>
            <a:endParaRPr b="1" sz="1200">
              <a:latin typeface="Times New Roman"/>
              <a:ea typeface="Times New Roman"/>
              <a:cs typeface="Times New Roman"/>
              <a:sym typeface="Times New Roman"/>
            </a:endParaRPr>
          </a:p>
        </p:txBody>
      </p:sp>
      <p:pic>
        <p:nvPicPr>
          <p:cNvPr id="218" name="Google Shape;218;p35"/>
          <p:cNvPicPr preferRelativeResize="0"/>
          <p:nvPr/>
        </p:nvPicPr>
        <p:blipFill>
          <a:blip r:embed="rId3">
            <a:alphaModFix/>
          </a:blip>
          <a:stretch>
            <a:fillRect/>
          </a:stretch>
        </p:blipFill>
        <p:spPr>
          <a:xfrm>
            <a:off x="152400" y="1176650"/>
            <a:ext cx="3296724" cy="35667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idx="1" type="subTitle"/>
          </p:nvPr>
        </p:nvSpPr>
        <p:spPr>
          <a:xfrm>
            <a:off x="431850" y="105125"/>
            <a:ext cx="8129100" cy="753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2800"/>
              <a:t>Proposed Solution and Scope</a:t>
            </a:r>
            <a:endParaRPr sz="2800"/>
          </a:p>
        </p:txBody>
      </p:sp>
      <p:sp>
        <p:nvSpPr>
          <p:cNvPr id="224" name="Google Shape;224;p36"/>
          <p:cNvSpPr txBox="1"/>
          <p:nvPr>
            <p:ph idx="3" type="body"/>
          </p:nvPr>
        </p:nvSpPr>
        <p:spPr>
          <a:xfrm>
            <a:off x="3948291" y="1058043"/>
            <a:ext cx="5195700" cy="108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400">
                <a:latin typeface="Times New Roman"/>
                <a:ea typeface="Times New Roman"/>
                <a:cs typeface="Times New Roman"/>
                <a:sym typeface="Times New Roman"/>
              </a:rPr>
              <a:t>Existing Challenges Identified</a:t>
            </a:r>
            <a:endParaRPr b="1" sz="2400">
              <a:latin typeface="Times New Roman"/>
              <a:ea typeface="Times New Roman"/>
              <a:cs typeface="Times New Roman"/>
              <a:sym typeface="Times New Roman"/>
            </a:endParaRPr>
          </a:p>
          <a:p>
            <a:pPr indent="-342900" lvl="0" marL="457200" rtl="0" algn="l">
              <a:lnSpc>
                <a:spcPct val="100000"/>
              </a:lnSpc>
              <a:spcBef>
                <a:spcPts val="1200"/>
              </a:spcBef>
              <a:spcAft>
                <a:spcPts val="0"/>
              </a:spcAft>
              <a:buSzPts val="1800"/>
              <a:buFont typeface="Times New Roman"/>
              <a:buChar char="●"/>
            </a:pPr>
            <a:r>
              <a:rPr lang="en" sz="1800">
                <a:latin typeface="Times New Roman"/>
                <a:ea typeface="Times New Roman"/>
                <a:cs typeface="Times New Roman"/>
                <a:sym typeface="Times New Roman"/>
              </a:rPr>
              <a:t>An online permit application system that can be self-submitted.</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Automated Approval of wedding bookings.</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The availability of public space visibility</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Place Food Trucks functionality for booking locations.</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Ability to integrate with SCC calendar systems.</a:t>
            </a:r>
            <a:endParaRPr sz="1800">
              <a:latin typeface="Times New Roman"/>
              <a:ea typeface="Times New Roman"/>
              <a:cs typeface="Times New Roman"/>
              <a:sym typeface="Times New Roman"/>
            </a:endParaRPr>
          </a:p>
          <a:p>
            <a:pPr indent="-342900" lvl="0" marL="457200" rtl="0" algn="l">
              <a:lnSpc>
                <a:spcPct val="100000"/>
              </a:lnSpc>
              <a:spcBef>
                <a:spcPts val="0"/>
              </a:spcBef>
              <a:spcAft>
                <a:spcPts val="0"/>
              </a:spcAft>
              <a:buSzPts val="1800"/>
              <a:buFont typeface="Times New Roman"/>
              <a:buChar char="●"/>
            </a:pPr>
            <a:r>
              <a:rPr lang="en" sz="1800">
                <a:latin typeface="Times New Roman"/>
                <a:ea typeface="Times New Roman"/>
                <a:cs typeface="Times New Roman"/>
                <a:sym typeface="Times New Roman"/>
              </a:rPr>
              <a:t>Staff dashboards for escalated applications.</a:t>
            </a:r>
            <a:endParaRPr sz="1800">
              <a:latin typeface="Times New Roman"/>
              <a:ea typeface="Times New Roman"/>
              <a:cs typeface="Times New Roman"/>
              <a:sym typeface="Times New Roman"/>
            </a:endParaRPr>
          </a:p>
          <a:p>
            <a:pPr indent="0" lvl="0" marL="457200" rtl="0" algn="l">
              <a:lnSpc>
                <a:spcPct val="100000"/>
              </a:lnSpc>
              <a:spcBef>
                <a:spcPts val="1200"/>
              </a:spcBef>
              <a:spcAft>
                <a:spcPts val="0"/>
              </a:spcAft>
              <a:buNone/>
            </a:pPr>
            <a:r>
              <a:t/>
            </a:r>
            <a:endParaRPr sz="1800">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b="1" sz="2400">
              <a:latin typeface="Times New Roman"/>
              <a:ea typeface="Times New Roman"/>
              <a:cs typeface="Times New Roman"/>
              <a:sym typeface="Times New Roman"/>
            </a:endParaRPr>
          </a:p>
        </p:txBody>
      </p:sp>
      <p:pic>
        <p:nvPicPr>
          <p:cNvPr id="225" name="Google Shape;225;p36"/>
          <p:cNvPicPr preferRelativeResize="0"/>
          <p:nvPr/>
        </p:nvPicPr>
        <p:blipFill>
          <a:blip r:embed="rId3">
            <a:alphaModFix/>
          </a:blip>
          <a:stretch>
            <a:fillRect/>
          </a:stretch>
        </p:blipFill>
        <p:spPr>
          <a:xfrm>
            <a:off x="0" y="1058050"/>
            <a:ext cx="3795900" cy="3671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0" y="547850"/>
            <a:ext cx="5716500" cy="1235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Key Business Requirements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231" name="Google Shape;231;p37"/>
          <p:cNvSpPr txBox="1"/>
          <p:nvPr>
            <p:ph idx="1" type="subTitle"/>
          </p:nvPr>
        </p:nvSpPr>
        <p:spPr>
          <a:xfrm>
            <a:off x="0" y="1336650"/>
            <a:ext cx="5004000" cy="12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2"/>
                </a:solidFill>
                <a:latin typeface="Times New Roman"/>
                <a:ea typeface="Times New Roman"/>
                <a:cs typeface="Times New Roman"/>
                <a:sym typeface="Times New Roman"/>
              </a:rPr>
              <a:t>Critical Requirements Identified</a:t>
            </a:r>
            <a:endParaRPr sz="2400">
              <a:solidFill>
                <a:schemeClr val="lt2"/>
              </a:solidFill>
              <a:latin typeface="Times New Roman"/>
              <a:ea typeface="Times New Roman"/>
              <a:cs typeface="Times New Roman"/>
              <a:sym typeface="Times New Roman"/>
            </a:endParaRPr>
          </a:p>
          <a:p>
            <a:pPr indent="-342900" lvl="0" marL="457200" rtl="0" algn="l">
              <a:spcBef>
                <a:spcPts val="0"/>
              </a:spcBef>
              <a:spcAft>
                <a:spcPts val="0"/>
              </a:spcAft>
              <a:buClr>
                <a:schemeClr val="lt2"/>
              </a:buClr>
              <a:buSzPts val="1800"/>
              <a:buFont typeface="Times New Roman"/>
              <a:buChar char="●"/>
            </a:pPr>
            <a:r>
              <a:rPr lang="en" sz="1800">
                <a:solidFill>
                  <a:schemeClr val="lt2"/>
                </a:solidFill>
                <a:latin typeface="Times New Roman"/>
                <a:ea typeface="Times New Roman"/>
                <a:cs typeface="Times New Roman"/>
                <a:sym typeface="Times New Roman"/>
              </a:rPr>
              <a:t>Shorten the permit approval time to less than 48 hours.</a:t>
            </a:r>
            <a:endParaRPr sz="1800">
              <a:solidFill>
                <a:schemeClr val="lt2"/>
              </a:solidFill>
              <a:latin typeface="Times New Roman"/>
              <a:ea typeface="Times New Roman"/>
              <a:cs typeface="Times New Roman"/>
              <a:sym typeface="Times New Roman"/>
            </a:endParaRPr>
          </a:p>
          <a:p>
            <a:pPr indent="-342900" lvl="0" marL="457200" rtl="0" algn="l">
              <a:spcBef>
                <a:spcPts val="0"/>
              </a:spcBef>
              <a:spcAft>
                <a:spcPts val="0"/>
              </a:spcAft>
              <a:buClr>
                <a:schemeClr val="lt2"/>
              </a:buClr>
              <a:buSzPts val="1800"/>
              <a:buFont typeface="Times New Roman"/>
              <a:buChar char="●"/>
            </a:pPr>
            <a:r>
              <a:rPr lang="en" sz="1800">
                <a:solidFill>
                  <a:schemeClr val="lt2"/>
                </a:solidFill>
                <a:latin typeface="Times New Roman"/>
                <a:ea typeface="Times New Roman"/>
                <a:cs typeface="Times New Roman"/>
                <a:sym typeface="Times New Roman"/>
              </a:rPr>
              <a:t>Automated eligibility validation</a:t>
            </a:r>
            <a:endParaRPr sz="1800">
              <a:solidFill>
                <a:schemeClr val="lt2"/>
              </a:solidFill>
              <a:latin typeface="Times New Roman"/>
              <a:ea typeface="Times New Roman"/>
              <a:cs typeface="Times New Roman"/>
              <a:sym typeface="Times New Roman"/>
            </a:endParaRPr>
          </a:p>
          <a:p>
            <a:pPr indent="-342900" lvl="0" marL="457200" rtl="0" algn="l">
              <a:spcBef>
                <a:spcPts val="0"/>
              </a:spcBef>
              <a:spcAft>
                <a:spcPts val="0"/>
              </a:spcAft>
              <a:buClr>
                <a:schemeClr val="lt2"/>
              </a:buClr>
              <a:buSzPts val="1800"/>
              <a:buFont typeface="Times New Roman"/>
              <a:buChar char="●"/>
            </a:pPr>
            <a:r>
              <a:rPr lang="en" sz="1800">
                <a:solidFill>
                  <a:schemeClr val="lt2"/>
                </a:solidFill>
                <a:latin typeface="Times New Roman"/>
                <a:ea typeface="Times New Roman"/>
                <a:cs typeface="Times New Roman"/>
                <a:sym typeface="Times New Roman"/>
              </a:rPr>
              <a:t>Convenient booking and availability checking in real-time.</a:t>
            </a:r>
            <a:endParaRPr sz="1800">
              <a:solidFill>
                <a:schemeClr val="lt2"/>
              </a:solidFill>
              <a:latin typeface="Times New Roman"/>
              <a:ea typeface="Times New Roman"/>
              <a:cs typeface="Times New Roman"/>
              <a:sym typeface="Times New Roman"/>
            </a:endParaRPr>
          </a:p>
          <a:p>
            <a:pPr indent="-342900" lvl="0" marL="457200" rtl="0" algn="l">
              <a:spcBef>
                <a:spcPts val="0"/>
              </a:spcBef>
              <a:spcAft>
                <a:spcPts val="0"/>
              </a:spcAft>
              <a:buClr>
                <a:schemeClr val="lt2"/>
              </a:buClr>
              <a:buSzPts val="1800"/>
              <a:buFont typeface="Times New Roman"/>
              <a:buChar char="●"/>
            </a:pPr>
            <a:r>
              <a:rPr lang="en" sz="1800">
                <a:solidFill>
                  <a:schemeClr val="lt2"/>
                </a:solidFill>
                <a:latin typeface="Times New Roman"/>
                <a:ea typeface="Times New Roman"/>
                <a:cs typeface="Times New Roman"/>
                <a:sym typeface="Times New Roman"/>
              </a:rPr>
              <a:t>Automated customer notifications</a:t>
            </a:r>
            <a:endParaRPr sz="1800">
              <a:solidFill>
                <a:schemeClr val="lt2"/>
              </a:solidFill>
              <a:latin typeface="Times New Roman"/>
              <a:ea typeface="Times New Roman"/>
              <a:cs typeface="Times New Roman"/>
              <a:sym typeface="Times New Roman"/>
            </a:endParaRPr>
          </a:p>
          <a:p>
            <a:pPr indent="-342900" lvl="0" marL="457200" rtl="0" algn="l">
              <a:spcBef>
                <a:spcPts val="0"/>
              </a:spcBef>
              <a:spcAft>
                <a:spcPts val="0"/>
              </a:spcAft>
              <a:buClr>
                <a:schemeClr val="lt2"/>
              </a:buClr>
              <a:buSzPts val="1800"/>
              <a:buFont typeface="Times New Roman"/>
              <a:buChar char="●"/>
            </a:pPr>
            <a:r>
              <a:rPr lang="en" sz="1800">
                <a:solidFill>
                  <a:schemeClr val="lt2"/>
                </a:solidFill>
                <a:latin typeface="Times New Roman"/>
                <a:ea typeface="Times New Roman"/>
                <a:cs typeface="Times New Roman"/>
                <a:sym typeface="Times New Roman"/>
              </a:rPr>
              <a:t>Easy-to-use interface, requires little training.</a:t>
            </a:r>
            <a:endParaRPr sz="1800">
              <a:solidFill>
                <a:schemeClr val="lt2"/>
              </a:solidFill>
              <a:latin typeface="Times New Roman"/>
              <a:ea typeface="Times New Roman"/>
              <a:cs typeface="Times New Roman"/>
              <a:sym typeface="Times New Roman"/>
            </a:endParaRPr>
          </a:p>
          <a:p>
            <a:pPr indent="-342900" lvl="0" marL="457200" rtl="0" algn="l">
              <a:spcBef>
                <a:spcPts val="0"/>
              </a:spcBef>
              <a:spcAft>
                <a:spcPts val="0"/>
              </a:spcAft>
              <a:buClr>
                <a:schemeClr val="lt2"/>
              </a:buClr>
              <a:buSzPts val="1800"/>
              <a:buFont typeface="Times New Roman"/>
              <a:buChar char="●"/>
            </a:pPr>
            <a:r>
              <a:rPr lang="en" sz="1800">
                <a:solidFill>
                  <a:schemeClr val="lt2"/>
                </a:solidFill>
                <a:latin typeface="Times New Roman"/>
                <a:ea typeface="Times New Roman"/>
                <a:cs typeface="Times New Roman"/>
                <a:sym typeface="Times New Roman"/>
              </a:rPr>
              <a:t>Operational reporting &amp; analytics</a:t>
            </a:r>
            <a:endParaRPr sz="1800">
              <a:solidFill>
                <a:schemeClr val="lt2"/>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lt2"/>
              </a:solidFill>
              <a:latin typeface="Times New Roman"/>
              <a:ea typeface="Times New Roman"/>
              <a:cs typeface="Times New Roman"/>
              <a:sym typeface="Times New Roman"/>
            </a:endParaRPr>
          </a:p>
        </p:txBody>
      </p:sp>
      <p:sp>
        <p:nvSpPr>
          <p:cNvPr id="232" name="Google Shape;232;p37"/>
          <p:cNvSpPr/>
          <p:nvPr/>
        </p:nvSpPr>
        <p:spPr>
          <a:xfrm>
            <a:off x="0" y="12161375"/>
            <a:ext cx="3400425" cy="2266950"/>
          </a:xfrm>
          <a:prstGeom prst="rect">
            <a:avLst/>
          </a:prstGeom>
          <a:noFill/>
          <a:ln>
            <a:noFill/>
          </a:ln>
        </p:spPr>
      </p:sp>
      <p:pic>
        <p:nvPicPr>
          <p:cNvPr id="233" name="Google Shape;233;p37"/>
          <p:cNvPicPr preferRelativeResize="0"/>
          <p:nvPr/>
        </p:nvPicPr>
        <p:blipFill>
          <a:blip r:embed="rId3">
            <a:alphaModFix/>
          </a:blip>
          <a:stretch>
            <a:fillRect/>
          </a:stretch>
        </p:blipFill>
        <p:spPr>
          <a:xfrm>
            <a:off x="4572000" y="0"/>
            <a:ext cx="4572000"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0" y="0"/>
            <a:ext cx="6171300" cy="43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Times New Roman"/>
                <a:ea typeface="Times New Roman"/>
                <a:cs typeface="Times New Roman"/>
                <a:sym typeface="Times New Roman"/>
              </a:rPr>
              <a:t>Risks and Change Management</a:t>
            </a:r>
            <a:endParaRPr sz="30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0"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Risk Assessments and Mitigation Strategies</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0"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b="0" lang="en" sz="1800">
                <a:latin typeface="Times New Roman"/>
                <a:ea typeface="Times New Roman"/>
                <a:cs typeface="Times New Roman"/>
                <a:sym typeface="Times New Roman"/>
              </a:rPr>
              <a:t>There is opposition to automation within the workplace.</a:t>
            </a:r>
            <a:endParaRPr b="0"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b="0" lang="en" sz="1800">
                <a:latin typeface="Times New Roman"/>
                <a:ea typeface="Times New Roman"/>
                <a:cs typeface="Times New Roman"/>
                <a:sym typeface="Times New Roman"/>
              </a:rPr>
              <a:t>Support for integration with existing systems, along with various other considerations.</a:t>
            </a:r>
            <a:endParaRPr b="0"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b="0" lang="en" sz="1800">
                <a:latin typeface="Times New Roman"/>
                <a:ea typeface="Times New Roman"/>
                <a:cs typeface="Times New Roman"/>
                <a:sym typeface="Times New Roman"/>
              </a:rPr>
              <a:t>There may be potential hidden administrative burdens.</a:t>
            </a:r>
            <a:endParaRPr b="0"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b="0" lang="en" sz="1800">
                <a:latin typeface="Times New Roman"/>
                <a:ea typeface="Times New Roman"/>
                <a:cs typeface="Times New Roman"/>
                <a:sym typeface="Times New Roman"/>
              </a:rPr>
              <a:t>There is need for comprehensive and detailed staff training.</a:t>
            </a:r>
            <a:endParaRPr b="0" sz="1800">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b="0" lang="en" sz="1800">
                <a:latin typeface="Times New Roman"/>
                <a:ea typeface="Times New Roman"/>
                <a:cs typeface="Times New Roman"/>
                <a:sym typeface="Times New Roman"/>
              </a:rPr>
              <a:t>Importance of early stakeholder engagement</a:t>
            </a:r>
            <a:endParaRPr b="0" sz="18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3000">
              <a:latin typeface="Times New Roman"/>
              <a:ea typeface="Times New Roman"/>
              <a:cs typeface="Times New Roman"/>
              <a:sym typeface="Times New Roman"/>
            </a:endParaRPr>
          </a:p>
        </p:txBody>
      </p:sp>
      <p:pic>
        <p:nvPicPr>
          <p:cNvPr id="239" name="Google Shape;239;p38"/>
          <p:cNvPicPr preferRelativeResize="0"/>
          <p:nvPr/>
        </p:nvPicPr>
        <p:blipFill>
          <a:blip r:embed="rId3">
            <a:alphaModFix/>
          </a:blip>
          <a:stretch>
            <a:fillRect/>
          </a:stretch>
        </p:blipFill>
        <p:spPr>
          <a:xfrm>
            <a:off x="5655025" y="836250"/>
            <a:ext cx="3488975" cy="34553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311700" y="205625"/>
            <a:ext cx="8520600" cy="812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000"/>
              <a:t>Expected Business Benefits</a:t>
            </a:r>
            <a:endParaRPr sz="4000"/>
          </a:p>
          <a:p>
            <a:pPr indent="0" lvl="0" marL="0" rtl="0" algn="l">
              <a:spcBef>
                <a:spcPts val="0"/>
              </a:spcBef>
              <a:spcAft>
                <a:spcPts val="0"/>
              </a:spcAft>
              <a:buNone/>
            </a:pPr>
            <a:r>
              <a:t/>
            </a:r>
            <a:endParaRPr/>
          </a:p>
        </p:txBody>
      </p:sp>
      <p:sp>
        <p:nvSpPr>
          <p:cNvPr id="245" name="Google Shape;245;p39"/>
          <p:cNvSpPr txBox="1"/>
          <p:nvPr>
            <p:ph idx="1" type="body"/>
          </p:nvPr>
        </p:nvSpPr>
        <p:spPr>
          <a:xfrm>
            <a:off x="311700" y="1017725"/>
            <a:ext cx="4925100" cy="35511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None/>
            </a:pPr>
            <a:r>
              <a:rPr b="1" lang="en" sz="9600">
                <a:latin typeface="Times New Roman"/>
                <a:ea typeface="Times New Roman"/>
                <a:cs typeface="Times New Roman"/>
                <a:sym typeface="Times New Roman"/>
              </a:rPr>
              <a:t>Project Outcomes</a:t>
            </a:r>
            <a:endParaRPr b="1" sz="9600">
              <a:latin typeface="Times New Roman"/>
              <a:ea typeface="Times New Roman"/>
              <a:cs typeface="Times New Roman"/>
              <a:sym typeface="Times New Roman"/>
            </a:endParaRPr>
          </a:p>
          <a:p>
            <a:pPr indent="-342900" lvl="0" marL="457200" rtl="0" algn="l">
              <a:spcBef>
                <a:spcPts val="1200"/>
              </a:spcBef>
              <a:spcAft>
                <a:spcPts val="0"/>
              </a:spcAft>
              <a:buSzPct val="100000"/>
              <a:buFont typeface="Times New Roman"/>
              <a:buChar char="●"/>
            </a:pPr>
            <a:r>
              <a:rPr lang="en" sz="7200">
                <a:latin typeface="Times New Roman"/>
                <a:ea typeface="Times New Roman"/>
                <a:cs typeface="Times New Roman"/>
                <a:sym typeface="Times New Roman"/>
              </a:rPr>
              <a:t>Faster permit approvals</a:t>
            </a:r>
            <a:endParaRPr sz="7200">
              <a:latin typeface="Times New Roman"/>
              <a:ea typeface="Times New Roman"/>
              <a:cs typeface="Times New Roman"/>
              <a:sym typeface="Times New Roman"/>
            </a:endParaRPr>
          </a:p>
          <a:p>
            <a:pPr indent="-342900" lvl="0" marL="457200" rtl="0" algn="l">
              <a:spcBef>
                <a:spcPts val="0"/>
              </a:spcBef>
              <a:spcAft>
                <a:spcPts val="0"/>
              </a:spcAft>
              <a:buSzPct val="100000"/>
              <a:buFont typeface="Times New Roman"/>
              <a:buChar char="●"/>
            </a:pPr>
            <a:r>
              <a:rPr lang="en" sz="7200">
                <a:latin typeface="Times New Roman"/>
                <a:ea typeface="Times New Roman"/>
                <a:cs typeface="Times New Roman"/>
                <a:sym typeface="Times New Roman"/>
              </a:rPr>
              <a:t>Improved customer experience</a:t>
            </a:r>
            <a:endParaRPr sz="7200">
              <a:latin typeface="Times New Roman"/>
              <a:ea typeface="Times New Roman"/>
              <a:cs typeface="Times New Roman"/>
              <a:sym typeface="Times New Roman"/>
            </a:endParaRPr>
          </a:p>
          <a:p>
            <a:pPr indent="-342900" lvl="0" marL="457200" rtl="0" algn="l">
              <a:spcBef>
                <a:spcPts val="0"/>
              </a:spcBef>
              <a:spcAft>
                <a:spcPts val="0"/>
              </a:spcAft>
              <a:buSzPct val="100000"/>
              <a:buFont typeface="Times New Roman"/>
              <a:buChar char="●"/>
            </a:pPr>
            <a:r>
              <a:rPr lang="en" sz="7200">
                <a:latin typeface="Times New Roman"/>
                <a:ea typeface="Times New Roman"/>
                <a:cs typeface="Times New Roman"/>
                <a:sym typeface="Times New Roman"/>
              </a:rPr>
              <a:t>Reduced administrative workload</a:t>
            </a:r>
            <a:endParaRPr sz="7200">
              <a:latin typeface="Times New Roman"/>
              <a:ea typeface="Times New Roman"/>
              <a:cs typeface="Times New Roman"/>
              <a:sym typeface="Times New Roman"/>
            </a:endParaRPr>
          </a:p>
          <a:p>
            <a:pPr indent="-342900" lvl="0" marL="457200" rtl="0" algn="l">
              <a:spcBef>
                <a:spcPts val="0"/>
              </a:spcBef>
              <a:spcAft>
                <a:spcPts val="0"/>
              </a:spcAft>
              <a:buSzPct val="100000"/>
              <a:buFont typeface="Times New Roman"/>
              <a:buChar char="●"/>
            </a:pPr>
            <a:r>
              <a:rPr lang="en" sz="7200">
                <a:latin typeface="Times New Roman"/>
                <a:ea typeface="Times New Roman"/>
                <a:cs typeface="Times New Roman"/>
                <a:sym typeface="Times New Roman"/>
              </a:rPr>
              <a:t>Better workforce allocation</a:t>
            </a:r>
            <a:endParaRPr sz="7200">
              <a:latin typeface="Times New Roman"/>
              <a:ea typeface="Times New Roman"/>
              <a:cs typeface="Times New Roman"/>
              <a:sym typeface="Times New Roman"/>
            </a:endParaRPr>
          </a:p>
          <a:p>
            <a:pPr indent="-342900" lvl="0" marL="457200" rtl="0" algn="l">
              <a:spcBef>
                <a:spcPts val="0"/>
              </a:spcBef>
              <a:spcAft>
                <a:spcPts val="0"/>
              </a:spcAft>
              <a:buSzPct val="100000"/>
              <a:buFont typeface="Times New Roman"/>
              <a:buChar char="●"/>
            </a:pPr>
            <a:r>
              <a:rPr lang="en" sz="7200">
                <a:latin typeface="Times New Roman"/>
                <a:ea typeface="Times New Roman"/>
                <a:cs typeface="Times New Roman"/>
                <a:sym typeface="Times New Roman"/>
              </a:rPr>
              <a:t>Increased operational transparency</a:t>
            </a:r>
            <a:endParaRPr sz="7200">
              <a:latin typeface="Times New Roman"/>
              <a:ea typeface="Times New Roman"/>
              <a:cs typeface="Times New Roman"/>
              <a:sym typeface="Times New Roman"/>
            </a:endParaRPr>
          </a:p>
          <a:p>
            <a:pPr indent="-342900" lvl="0" marL="457200" rtl="0" algn="l">
              <a:spcBef>
                <a:spcPts val="0"/>
              </a:spcBef>
              <a:spcAft>
                <a:spcPts val="0"/>
              </a:spcAft>
              <a:buSzPct val="100000"/>
              <a:buFont typeface="Times New Roman"/>
              <a:buChar char="●"/>
            </a:pPr>
            <a:r>
              <a:rPr lang="en" sz="7200">
                <a:latin typeface="Times New Roman"/>
                <a:ea typeface="Times New Roman"/>
                <a:cs typeface="Times New Roman"/>
                <a:sym typeface="Times New Roman"/>
              </a:rPr>
              <a:t>Gaining greater digital transformation capability</a:t>
            </a:r>
            <a:endParaRPr sz="7200">
              <a:latin typeface="Times New Roman"/>
              <a:ea typeface="Times New Roman"/>
              <a:cs typeface="Times New Roman"/>
              <a:sym typeface="Times New Roman"/>
            </a:endParaRPr>
          </a:p>
          <a:p>
            <a:pPr indent="0" lvl="0" marL="0" rtl="0" algn="l">
              <a:spcBef>
                <a:spcPts val="1200"/>
              </a:spcBef>
              <a:spcAft>
                <a:spcPts val="1200"/>
              </a:spcAft>
              <a:buNone/>
            </a:pPr>
            <a:r>
              <a:t/>
            </a:r>
            <a:endParaRPr sz="9600">
              <a:latin typeface="Times New Roman"/>
              <a:ea typeface="Times New Roman"/>
              <a:cs typeface="Times New Roman"/>
              <a:sym typeface="Times New Roman"/>
            </a:endParaRPr>
          </a:p>
        </p:txBody>
      </p:sp>
      <p:pic>
        <p:nvPicPr>
          <p:cNvPr id="246" name="Google Shape;246;p39"/>
          <p:cNvPicPr preferRelativeResize="0"/>
          <p:nvPr/>
        </p:nvPicPr>
        <p:blipFill>
          <a:blip r:embed="rId3">
            <a:alphaModFix/>
          </a:blip>
          <a:stretch>
            <a:fillRect/>
          </a:stretch>
        </p:blipFill>
        <p:spPr>
          <a:xfrm>
            <a:off x="5236800" y="1017725"/>
            <a:ext cx="3754800" cy="375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0"/>
          <p:cNvSpPr txBox="1"/>
          <p:nvPr>
            <p:ph type="title"/>
          </p:nvPr>
        </p:nvSpPr>
        <p:spPr>
          <a:xfrm>
            <a:off x="311700" y="0"/>
            <a:ext cx="52530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Conclusion</a:t>
            </a:r>
            <a:endParaRPr sz="3600"/>
          </a:p>
          <a:p>
            <a:pPr indent="0" lvl="0" marL="0" rtl="0" algn="l">
              <a:spcBef>
                <a:spcPts val="0"/>
              </a:spcBef>
              <a:spcAft>
                <a:spcPts val="0"/>
              </a:spcAft>
              <a:buNone/>
            </a:pPr>
            <a:r>
              <a:t/>
            </a:r>
            <a:endParaRPr b="0" sz="2400"/>
          </a:p>
          <a:p>
            <a:pPr indent="0" lvl="0" marL="0" rtl="0" algn="l">
              <a:spcBef>
                <a:spcPts val="0"/>
              </a:spcBef>
              <a:spcAft>
                <a:spcPts val="0"/>
              </a:spcAft>
              <a:buNone/>
            </a:pPr>
            <a:r>
              <a:rPr lang="en" sz="3000"/>
              <a:t>Final Recommendation</a:t>
            </a:r>
            <a:endParaRPr sz="3000"/>
          </a:p>
          <a:p>
            <a:pPr indent="-342900" lvl="0" marL="457200" rtl="0" algn="l">
              <a:spcBef>
                <a:spcPts val="0"/>
              </a:spcBef>
              <a:spcAft>
                <a:spcPts val="0"/>
              </a:spcAft>
              <a:buSzPts val="1800"/>
              <a:buChar char="●"/>
            </a:pPr>
            <a:r>
              <a:rPr b="0" lang="en" sz="1800"/>
              <a:t>Move more slowly with phased implementation</a:t>
            </a:r>
            <a:endParaRPr b="0" sz="1800"/>
          </a:p>
          <a:p>
            <a:pPr indent="-342900" lvl="0" marL="457200" rtl="0" algn="l">
              <a:spcBef>
                <a:spcPts val="0"/>
              </a:spcBef>
              <a:spcAft>
                <a:spcPts val="0"/>
              </a:spcAft>
              <a:buSzPts val="1800"/>
              <a:buChar char="●"/>
            </a:pPr>
            <a:r>
              <a:rPr b="0" lang="en" sz="1800"/>
              <a:t>Schedule weddings and events with little risk first</a:t>
            </a:r>
            <a:endParaRPr b="0" sz="1800"/>
          </a:p>
          <a:p>
            <a:pPr indent="-342900" lvl="0" marL="457200" rtl="0" algn="l">
              <a:spcBef>
                <a:spcPts val="0"/>
              </a:spcBef>
              <a:spcAft>
                <a:spcPts val="0"/>
              </a:spcAft>
              <a:buSzPts val="1800"/>
              <a:buChar char="●"/>
            </a:pPr>
            <a:r>
              <a:rPr b="0" lang="en" sz="1800"/>
              <a:t>Pay attention to staff training and adoption!</a:t>
            </a:r>
            <a:endParaRPr b="0" sz="1800"/>
          </a:p>
          <a:p>
            <a:pPr indent="-342900" lvl="0" marL="457200" rtl="0" algn="l">
              <a:spcBef>
                <a:spcPts val="0"/>
              </a:spcBef>
              <a:spcAft>
                <a:spcPts val="0"/>
              </a:spcAft>
              <a:buSzPts val="1800"/>
              <a:buChar char="●"/>
            </a:pPr>
            <a:r>
              <a:rPr b="0" lang="en" sz="1800"/>
              <a:t>Continue to involve stakeholders during rollout</a:t>
            </a:r>
            <a:endParaRPr b="0" sz="1800"/>
          </a:p>
          <a:p>
            <a:pPr indent="-342900" lvl="0" marL="457200" rtl="0" algn="l">
              <a:spcBef>
                <a:spcPts val="0"/>
              </a:spcBef>
              <a:spcAft>
                <a:spcPts val="0"/>
              </a:spcAft>
              <a:buSzPts val="1800"/>
              <a:buChar char="●"/>
            </a:pPr>
            <a:r>
              <a:rPr b="0" lang="en" sz="1800"/>
              <a:t>Measure performance using reporting dashboards.</a:t>
            </a:r>
            <a:endParaRPr b="0" sz="1800"/>
          </a:p>
          <a:p>
            <a:pPr indent="0" lvl="0" marL="457200" rtl="0" algn="l">
              <a:spcBef>
                <a:spcPts val="0"/>
              </a:spcBef>
              <a:spcAft>
                <a:spcPts val="0"/>
              </a:spcAft>
              <a:buNone/>
            </a:pPr>
            <a:r>
              <a:t/>
            </a:r>
            <a:endParaRPr b="0" sz="2400"/>
          </a:p>
          <a:p>
            <a:pPr indent="0" lvl="0" marL="0" rtl="0" algn="l">
              <a:spcBef>
                <a:spcPts val="0"/>
              </a:spcBef>
              <a:spcAft>
                <a:spcPts val="0"/>
              </a:spcAft>
              <a:buNone/>
            </a:pPr>
            <a:r>
              <a:t/>
            </a:r>
            <a:endParaRPr b="0" sz="1800"/>
          </a:p>
          <a:p>
            <a:pPr indent="0" lvl="0" marL="0" rtl="0" algn="l">
              <a:spcBef>
                <a:spcPts val="0"/>
              </a:spcBef>
              <a:spcAft>
                <a:spcPts val="0"/>
              </a:spcAft>
              <a:buNone/>
            </a:pPr>
            <a:r>
              <a:t/>
            </a:r>
            <a:endParaRPr b="0" sz="1800"/>
          </a:p>
          <a:p>
            <a:pPr indent="0" lvl="0" marL="0" rtl="0" algn="l">
              <a:spcBef>
                <a:spcPts val="0"/>
              </a:spcBef>
              <a:spcAft>
                <a:spcPts val="0"/>
              </a:spcAft>
              <a:buNone/>
            </a:pPr>
            <a:r>
              <a:t/>
            </a:r>
            <a:endParaRPr b="0" sz="1800"/>
          </a:p>
        </p:txBody>
      </p:sp>
      <p:pic>
        <p:nvPicPr>
          <p:cNvPr id="252" name="Google Shape;252;p40"/>
          <p:cNvPicPr preferRelativeResize="0"/>
          <p:nvPr/>
        </p:nvPicPr>
        <p:blipFill>
          <a:blip r:embed="rId3">
            <a:alphaModFix/>
          </a:blip>
          <a:stretch>
            <a:fillRect/>
          </a:stretch>
        </p:blipFill>
        <p:spPr>
          <a:xfrm>
            <a:off x="5564700" y="837575"/>
            <a:ext cx="3674949" cy="3960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ield Trip">
  <a:themeElements>
    <a:clrScheme name="Simple Light">
      <a:dk1>
        <a:srgbClr val="351C75"/>
      </a:dk1>
      <a:lt1>
        <a:srgbClr val="EEEEEE"/>
      </a:lt1>
      <a:dk2>
        <a:srgbClr val="D9D2E9"/>
      </a:dk2>
      <a:lt2>
        <a:srgbClr val="000000"/>
      </a:lt2>
      <a:accent1>
        <a:srgbClr val="007991"/>
      </a:accent1>
      <a:accent2>
        <a:srgbClr val="FE6D73"/>
      </a:accent2>
      <a:accent3>
        <a:srgbClr val="F3A712"/>
      </a:accent3>
      <a:accent4>
        <a:srgbClr val="998650"/>
      </a:accent4>
      <a:accent5>
        <a:srgbClr val="77966D"/>
      </a:accent5>
      <a:accent6>
        <a:srgbClr val="626D58"/>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